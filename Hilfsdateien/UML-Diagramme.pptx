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3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4B5FA-B46F-1506-BFDE-ED326D5E9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F66D70-2245-519D-F5FD-8D9864A06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F1B201-057D-550C-7179-514EE8516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DB527C-BB44-D584-45BE-BE147339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AB877F-74F2-5715-58EC-AA18D488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1326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348BA-6B96-F403-9EB5-64B127FF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2DDB18-6C69-3AC0-CDF8-542255489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4B48E9-FE22-C9A7-DB7D-84A965B4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25133B-BAC4-9E4A-AB7F-AB863A41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CF9186-18C1-92B6-2994-F1E75B71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156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F5EFD1-18A8-287B-3C32-DB2EFA672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08A5FB-C6D0-6A0E-DE3F-FB9571D7E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1BB88A-738F-5365-6C1E-4249A59D9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5C8A32-91E8-336C-4DD8-B0EE6D23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5D3128-1656-68B0-31D5-C9C615FA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097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B02858-28D0-6C34-ECE1-4923CEEA9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42C7A7-D155-FDDE-B809-D22B85F1C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ECDC49-FD56-DFBB-3AB9-6DBEA9366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9E56E9B-0C92-17C5-C916-9BCC840F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8987CA-927B-3D7D-36B7-BC0120C5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D0332C-E94E-BE3D-4238-AAE638DD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01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E1B4F-4022-C17A-27F6-718B33EE4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25164F-519D-9753-7715-3EC3FA450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264E810-2B71-5436-67D6-76538C1B4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0997AE3-902E-2E10-429C-D1ED65728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1422BC9-CD14-6399-8D46-10BBB43FD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31E1AE0-609E-E74B-17B4-613D5801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B90E50-C57B-66CC-FAE5-9202908F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4E26158-18C9-A2E7-EED0-2F7C0A98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0739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85C7A-E538-587A-E4F3-9733A938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EAF2E47-FFE8-33DE-C721-8AE30D31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CF1471-E29C-8FE2-1CA3-271097474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BC93E6-4031-55BF-3961-D01644A86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608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AFA22C2-AFE4-0664-3BCA-3DA31CB3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7F6C92-7F27-3A82-3DA9-26D3819AA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9A7123-2867-B8C5-812A-9EF6B69D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0270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3CDDA5-77B4-EB62-219F-C48A731F3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6ED617-535A-4146-65B8-94418E5F2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28C7A30-A0BD-9B82-0737-FFAC330BF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2C8FF9-87CD-A541-6815-D22F0559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A56C592-CA20-95A7-9573-76C527FCC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A61AA6-E7D5-8CB4-BDBE-B5D735B9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449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44A66-848D-9A14-C32F-318ED6B7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0011EAA-F36B-BA31-CF76-171F56E24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CBF708-746A-1D68-6BB0-E206F41CD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9C462F-269F-563E-849D-4C617D9D7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CFF951-8476-826E-CBC9-267C451F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2DB365-506A-D925-636D-04D4F2E45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95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BE6828-52E4-375B-00E6-EB79866D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01B04FA-97A3-D58C-523B-F00D69FB9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61C649-795D-327A-8E71-3E54DD47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B0DEFA-7E16-DEE5-B0C1-41E8C6E8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353368-1316-5425-FF5B-86E730E0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260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C36B9C3-5361-725A-868D-27080D914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C23ED5-6C5C-5DBD-1A69-9057BBF63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9D2F7E-9BA0-3167-A846-98F4E0EA2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4AB18-4FFE-B64D-C7C3-554FA527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E81865-3E65-D33F-C311-DA60503F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151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7920332-EF22-2487-D08C-EF481EDE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6081F2-AD28-43A5-BCFD-5C73524B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C38793-D819-E194-823A-C2FDA4530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83097-E927-4A6F-B995-E0E1CBF2BD6E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FA1147-64FF-70EF-407B-2E557E296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7F956C-F770-2EEA-AF6E-DE6A78411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3F5DF7-D848-4AAE-98C3-60DF89F26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05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D2EC09-E1C4-A946-69B8-33525F6879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C281CD-64EB-B929-77E5-5DBACD37DD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168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85426B-A0F6-F983-3451-10C3873E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A7FB55A-77BE-8A82-CCCE-71C07FC8D79A}"/>
              </a:ext>
            </a:extLst>
          </p:cNvPr>
          <p:cNvGrpSpPr/>
          <p:nvPr/>
        </p:nvGrpSpPr>
        <p:grpSpPr>
          <a:xfrm>
            <a:off x="1454445" y="2467039"/>
            <a:ext cx="2276798" cy="2579037"/>
            <a:chOff x="1454445" y="2467039"/>
            <a:chExt cx="2276798" cy="2579037"/>
          </a:xfrm>
          <a:solidFill>
            <a:schemeClr val="bg1"/>
          </a:solidFill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097C5F8A-E274-E8E3-CB9E-B06A2B5F27DB}"/>
                </a:ext>
              </a:extLst>
            </p:cNvPr>
            <p:cNvSpPr/>
            <p:nvPr/>
          </p:nvSpPr>
          <p:spPr>
            <a:xfrm>
              <a:off x="1454448" y="2467039"/>
              <a:ext cx="2276795" cy="257903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ABD5F8F6-A10F-B01C-94CA-053DFC545F42}"/>
                </a:ext>
              </a:extLst>
            </p:cNvPr>
            <p:cNvSpPr/>
            <p:nvPr/>
          </p:nvSpPr>
          <p:spPr>
            <a:xfrm>
              <a:off x="1454448" y="2467039"/>
              <a:ext cx="2276795" cy="69347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Klassenname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A327455B-5D86-2A29-CE5B-CE694FE16020}"/>
                </a:ext>
              </a:extLst>
            </p:cNvPr>
            <p:cNvSpPr/>
            <p:nvPr/>
          </p:nvSpPr>
          <p:spPr>
            <a:xfrm>
              <a:off x="1454446" y="3160510"/>
              <a:ext cx="2276795" cy="92360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Attribute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BD204690-9CC8-9569-1D66-E18DDC15260B}"/>
                </a:ext>
              </a:extLst>
            </p:cNvPr>
            <p:cNvSpPr/>
            <p:nvPr/>
          </p:nvSpPr>
          <p:spPr>
            <a:xfrm>
              <a:off x="1454445" y="4084115"/>
              <a:ext cx="2276795" cy="96196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Methoden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3D1C660C-0015-0935-86BD-1B542E15B6E3}"/>
              </a:ext>
            </a:extLst>
          </p:cNvPr>
          <p:cNvGrpSpPr/>
          <p:nvPr/>
        </p:nvGrpSpPr>
        <p:grpSpPr>
          <a:xfrm>
            <a:off x="5264442" y="2252758"/>
            <a:ext cx="2276801" cy="2587731"/>
            <a:chOff x="5012829" y="2467550"/>
            <a:chExt cx="2276801" cy="2587731"/>
          </a:xfrm>
          <a:solidFill>
            <a:schemeClr val="bg1"/>
          </a:solidFill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7051C07B-CC98-3270-6DDC-F4007121B29C}"/>
                </a:ext>
              </a:extLst>
            </p:cNvPr>
            <p:cNvSpPr/>
            <p:nvPr/>
          </p:nvSpPr>
          <p:spPr>
            <a:xfrm>
              <a:off x="5012835" y="2467550"/>
              <a:ext cx="2276795" cy="258773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5CBFBA5F-332C-85F5-F88A-F09FA3748A3B}"/>
                </a:ext>
              </a:extLst>
            </p:cNvPr>
            <p:cNvSpPr/>
            <p:nvPr/>
          </p:nvSpPr>
          <p:spPr>
            <a:xfrm>
              <a:off x="5012835" y="2467551"/>
              <a:ext cx="2276795" cy="69296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Animal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5DECB26A-3342-5F40-5900-D9E9717C9075}"/>
                </a:ext>
              </a:extLst>
            </p:cNvPr>
            <p:cNvSpPr/>
            <p:nvPr/>
          </p:nvSpPr>
          <p:spPr>
            <a:xfrm>
              <a:off x="5012832" y="3165113"/>
              <a:ext cx="2276795" cy="92360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name</a:t>
              </a:r>
              <a:endParaRPr lang="de-DE" dirty="0">
                <a:solidFill>
                  <a:schemeClr val="tx1"/>
                </a:solidFill>
              </a:endParaRP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age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F5C3089E-33E7-6263-0AF0-2F9DFA33DF38}"/>
                </a:ext>
              </a:extLst>
            </p:cNvPr>
            <p:cNvSpPr/>
            <p:nvPr/>
          </p:nvSpPr>
          <p:spPr>
            <a:xfrm>
              <a:off x="5012829" y="4093320"/>
              <a:ext cx="2276795" cy="96196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speak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birthday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107DECC-962F-8097-E6D0-8C2418A56595}"/>
              </a:ext>
            </a:extLst>
          </p:cNvPr>
          <p:cNvGrpSpPr/>
          <p:nvPr/>
        </p:nvGrpSpPr>
        <p:grpSpPr>
          <a:xfrm>
            <a:off x="3202431" y="4197136"/>
            <a:ext cx="2276801" cy="2587731"/>
            <a:chOff x="5012829" y="2467550"/>
            <a:chExt cx="2276801" cy="2587731"/>
          </a:xfrm>
          <a:solidFill>
            <a:schemeClr val="bg1"/>
          </a:solidFill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81D96618-381D-4D9F-2A47-A36FFFA2C827}"/>
                </a:ext>
              </a:extLst>
            </p:cNvPr>
            <p:cNvSpPr/>
            <p:nvPr/>
          </p:nvSpPr>
          <p:spPr>
            <a:xfrm>
              <a:off x="5012835" y="2467550"/>
              <a:ext cx="2276795" cy="258773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F24C9EE3-3D4A-C8F4-C83F-31765B1B8E3E}"/>
                </a:ext>
              </a:extLst>
            </p:cNvPr>
            <p:cNvSpPr/>
            <p:nvPr/>
          </p:nvSpPr>
          <p:spPr>
            <a:xfrm>
              <a:off x="5012835" y="2467551"/>
              <a:ext cx="2276795" cy="69296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Vector2D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218AC450-FE04-CE46-6654-53E4B7AD1779}"/>
                </a:ext>
              </a:extLst>
            </p:cNvPr>
            <p:cNvSpPr/>
            <p:nvPr/>
          </p:nvSpPr>
          <p:spPr>
            <a:xfrm>
              <a:off x="5012832" y="3165113"/>
              <a:ext cx="2276795" cy="92360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x: </a:t>
              </a:r>
              <a:r>
                <a:rPr lang="de-DE" dirty="0" err="1">
                  <a:solidFill>
                    <a:schemeClr val="tx1"/>
                  </a:solidFill>
                </a:rPr>
                <a:t>float</a:t>
              </a:r>
              <a:endParaRPr lang="de-DE" dirty="0">
                <a:solidFill>
                  <a:schemeClr val="tx1"/>
                </a:solidFill>
              </a:endParaRPr>
            </a:p>
            <a:p>
              <a:r>
                <a:rPr lang="de-DE" dirty="0">
                  <a:solidFill>
                    <a:schemeClr val="tx1"/>
                  </a:solidFill>
                </a:rPr>
                <a:t>+ y: </a:t>
              </a:r>
              <a:r>
                <a:rPr lang="de-DE" dirty="0" err="1">
                  <a:solidFill>
                    <a:schemeClr val="tx1"/>
                  </a:solidFill>
                </a:rPr>
                <a:t>float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7209650E-0C1C-3C95-2AD2-47C70CED38A3}"/>
                </a:ext>
              </a:extLst>
            </p:cNvPr>
            <p:cNvSpPr/>
            <p:nvPr/>
          </p:nvSpPr>
          <p:spPr>
            <a:xfrm>
              <a:off x="5012829" y="4093320"/>
              <a:ext cx="2276795" cy="96196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length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</p:txBody>
        </p:sp>
      </p:grpSp>
      <p:sp>
        <p:nvSpPr>
          <p:cNvPr id="16" name="Rechteck 15">
            <a:extLst>
              <a:ext uri="{FF2B5EF4-FFF2-40B4-BE49-F238E27FC236}">
                <a16:creationId xmlns:a16="http://schemas.microsoft.com/office/drawing/2014/main" id="{FE3974E8-2511-8874-E8B4-D64BE37BA581}"/>
              </a:ext>
            </a:extLst>
          </p:cNvPr>
          <p:cNvSpPr/>
          <p:nvPr/>
        </p:nvSpPr>
        <p:spPr>
          <a:xfrm>
            <a:off x="8460757" y="2180012"/>
            <a:ext cx="2276795" cy="6929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Triangle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F0DF95A-8719-EBB5-7F18-08610B94F063}"/>
              </a:ext>
            </a:extLst>
          </p:cNvPr>
          <p:cNvSpPr/>
          <p:nvPr/>
        </p:nvSpPr>
        <p:spPr>
          <a:xfrm>
            <a:off x="8460760" y="2877574"/>
            <a:ext cx="2276795" cy="9236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+ a</a:t>
            </a:r>
          </a:p>
          <a:p>
            <a:r>
              <a:rPr lang="de-DE" dirty="0">
                <a:solidFill>
                  <a:schemeClr val="tx1"/>
                </a:solidFill>
              </a:rPr>
              <a:t>+ b</a:t>
            </a:r>
          </a:p>
          <a:p>
            <a:r>
              <a:rPr lang="de-DE" dirty="0">
                <a:solidFill>
                  <a:schemeClr val="tx1"/>
                </a:solidFill>
              </a:rPr>
              <a:t>+ c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37AACCE-8A9F-F871-3816-1788D74AFDDD}"/>
              </a:ext>
            </a:extLst>
          </p:cNvPr>
          <p:cNvSpPr/>
          <p:nvPr/>
        </p:nvSpPr>
        <p:spPr>
          <a:xfrm>
            <a:off x="8460757" y="3805781"/>
            <a:ext cx="2276795" cy="9619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+ </a:t>
            </a:r>
            <a:r>
              <a:rPr lang="de-DE" dirty="0" err="1">
                <a:solidFill>
                  <a:schemeClr val="tx1"/>
                </a:solidFill>
              </a:rPr>
              <a:t>area</a:t>
            </a:r>
            <a:r>
              <a:rPr lang="de-DE" dirty="0">
                <a:solidFill>
                  <a:schemeClr val="tx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2351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5EF6FCFD-A897-B22A-E5B3-EAD17781A709}"/>
              </a:ext>
            </a:extLst>
          </p:cNvPr>
          <p:cNvGrpSpPr/>
          <p:nvPr/>
        </p:nvGrpSpPr>
        <p:grpSpPr>
          <a:xfrm>
            <a:off x="4773489" y="172344"/>
            <a:ext cx="2276801" cy="6011105"/>
            <a:chOff x="4773489" y="172344"/>
            <a:chExt cx="2276801" cy="6011105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9DFECD8-31CA-8D98-9371-E8490D7660D2}"/>
                </a:ext>
              </a:extLst>
            </p:cNvPr>
            <p:cNvSpPr/>
            <p:nvPr/>
          </p:nvSpPr>
          <p:spPr>
            <a:xfrm>
              <a:off x="4773495" y="172344"/>
              <a:ext cx="2276795" cy="25877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17B072DF-CF46-072F-A61A-E6426C09B54D}"/>
                </a:ext>
              </a:extLst>
            </p:cNvPr>
            <p:cNvSpPr/>
            <p:nvPr/>
          </p:nvSpPr>
          <p:spPr>
            <a:xfrm>
              <a:off x="4773495" y="172345"/>
              <a:ext cx="2276795" cy="692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Animal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3246A58-2941-EDB5-FE20-A8D35D548CA2}"/>
                </a:ext>
              </a:extLst>
            </p:cNvPr>
            <p:cNvSpPr/>
            <p:nvPr/>
          </p:nvSpPr>
          <p:spPr>
            <a:xfrm>
              <a:off x="4773492" y="869907"/>
              <a:ext cx="2276795" cy="923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name</a:t>
              </a:r>
              <a:endParaRPr lang="de-DE" dirty="0">
                <a:solidFill>
                  <a:schemeClr val="tx1"/>
                </a:solidFill>
              </a:endParaRP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age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0A7E3C56-A83B-0C74-8EC8-D8095A63F2FE}"/>
                </a:ext>
              </a:extLst>
            </p:cNvPr>
            <p:cNvSpPr/>
            <p:nvPr/>
          </p:nvSpPr>
          <p:spPr>
            <a:xfrm>
              <a:off x="4773489" y="1798114"/>
              <a:ext cx="2276795" cy="96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speak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birthday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6730F687-EFD1-B347-5DDD-CAF13D7CB5A1}"/>
                </a:ext>
              </a:extLst>
            </p:cNvPr>
            <p:cNvSpPr/>
            <p:nvPr/>
          </p:nvSpPr>
          <p:spPr>
            <a:xfrm>
              <a:off x="4773495" y="3595718"/>
              <a:ext cx="2276795" cy="25877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0D81D99E-67F7-4CCE-4E72-670D4ECBC89D}"/>
                </a:ext>
              </a:extLst>
            </p:cNvPr>
            <p:cNvSpPr/>
            <p:nvPr/>
          </p:nvSpPr>
          <p:spPr>
            <a:xfrm>
              <a:off x="4773495" y="3595719"/>
              <a:ext cx="2276795" cy="692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Dog</a:t>
              </a: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4192BBE8-B654-8127-08F6-58C55D0E9E9C}"/>
                </a:ext>
              </a:extLst>
            </p:cNvPr>
            <p:cNvSpPr/>
            <p:nvPr/>
          </p:nvSpPr>
          <p:spPr>
            <a:xfrm>
              <a:off x="4773492" y="4293281"/>
              <a:ext cx="2276795" cy="923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BE900A54-D79C-5C17-DA6F-2660D0FBD8FB}"/>
                </a:ext>
              </a:extLst>
            </p:cNvPr>
            <p:cNvSpPr/>
            <p:nvPr/>
          </p:nvSpPr>
          <p:spPr>
            <a:xfrm>
              <a:off x="4773489" y="5221488"/>
              <a:ext cx="2276795" cy="96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speak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fetch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</p:txBody>
        </p: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8703CEAB-2342-BE15-B2C6-B2410CC911D6}"/>
                </a:ext>
              </a:extLst>
            </p:cNvPr>
            <p:cNvCxnSpPr>
              <a:stCxn id="18" idx="0"/>
              <a:endCxn id="16" idx="2"/>
            </p:cNvCxnSpPr>
            <p:nvPr/>
          </p:nvCxnSpPr>
          <p:spPr>
            <a:xfrm flipH="1" flipV="1">
              <a:off x="5911887" y="2760075"/>
              <a:ext cx="6" cy="83564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71071F5-E116-E70E-7295-ED19A4D42FB0}"/>
              </a:ext>
            </a:extLst>
          </p:cNvPr>
          <p:cNvGrpSpPr/>
          <p:nvPr/>
        </p:nvGrpSpPr>
        <p:grpSpPr>
          <a:xfrm>
            <a:off x="7644541" y="172344"/>
            <a:ext cx="2276801" cy="6011105"/>
            <a:chOff x="4773489" y="172344"/>
            <a:chExt cx="2276801" cy="6011105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6A50D963-75BE-1284-EAA6-7FA5E51E440A}"/>
                </a:ext>
              </a:extLst>
            </p:cNvPr>
            <p:cNvSpPr/>
            <p:nvPr/>
          </p:nvSpPr>
          <p:spPr>
            <a:xfrm>
              <a:off x="4773495" y="172344"/>
              <a:ext cx="2276795" cy="25877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EC6AA275-A74A-61DC-2F4A-14A25FC77C04}"/>
                </a:ext>
              </a:extLst>
            </p:cNvPr>
            <p:cNvSpPr/>
            <p:nvPr/>
          </p:nvSpPr>
          <p:spPr>
            <a:xfrm>
              <a:off x="4773495" y="172345"/>
              <a:ext cx="2276795" cy="692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Book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023DF4A9-41FB-1787-8C5F-4AD1BB6BA3A1}"/>
                </a:ext>
              </a:extLst>
            </p:cNvPr>
            <p:cNvSpPr/>
            <p:nvPr/>
          </p:nvSpPr>
          <p:spPr>
            <a:xfrm>
              <a:off x="4773492" y="869907"/>
              <a:ext cx="2276795" cy="923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title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author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6E5292D7-A5D8-98F2-CC41-BBAD34304C4F}"/>
                </a:ext>
              </a:extLst>
            </p:cNvPr>
            <p:cNvSpPr/>
            <p:nvPr/>
          </p:nvSpPr>
          <p:spPr>
            <a:xfrm>
              <a:off x="4773489" y="1798114"/>
              <a:ext cx="2276795" cy="96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</a:t>
              </a:r>
              <a:r>
                <a:rPr lang="de-DE" dirty="0" err="1">
                  <a:solidFill>
                    <a:schemeClr val="tx1"/>
                  </a:solidFill>
                </a:rPr>
                <a:t>get_info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EC5101BB-E19A-7614-2CDC-0010F41D15B7}"/>
                </a:ext>
              </a:extLst>
            </p:cNvPr>
            <p:cNvSpPr/>
            <p:nvPr/>
          </p:nvSpPr>
          <p:spPr>
            <a:xfrm>
              <a:off x="4773495" y="3595718"/>
              <a:ext cx="2276795" cy="25877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B68B4966-389D-E5DB-CB1C-020654E702A5}"/>
                </a:ext>
              </a:extLst>
            </p:cNvPr>
            <p:cNvSpPr/>
            <p:nvPr/>
          </p:nvSpPr>
          <p:spPr>
            <a:xfrm>
              <a:off x="4773495" y="3595719"/>
              <a:ext cx="2276795" cy="692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EBook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304E554F-9B79-058A-C877-AB17F7A568E2}"/>
                </a:ext>
              </a:extLst>
            </p:cNvPr>
            <p:cNvSpPr/>
            <p:nvPr/>
          </p:nvSpPr>
          <p:spPr>
            <a:xfrm>
              <a:off x="4773492" y="4293281"/>
              <a:ext cx="2276795" cy="923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file_size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828F8F32-9763-3855-20CC-7437BB0D708D}"/>
                </a:ext>
              </a:extLst>
            </p:cNvPr>
            <p:cNvSpPr/>
            <p:nvPr/>
          </p:nvSpPr>
          <p:spPr>
            <a:xfrm>
              <a:off x="4773489" y="5221488"/>
              <a:ext cx="2276795" cy="96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de-DE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84F52622-8E97-B5AA-6AB9-CEB20974DC18}"/>
                </a:ext>
              </a:extLst>
            </p:cNvPr>
            <p:cNvCxnSpPr>
              <a:stCxn id="8" idx="0"/>
              <a:endCxn id="6" idx="2"/>
            </p:cNvCxnSpPr>
            <p:nvPr/>
          </p:nvCxnSpPr>
          <p:spPr>
            <a:xfrm flipH="1" flipV="1">
              <a:off x="5911887" y="2760075"/>
              <a:ext cx="6" cy="83564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6304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F4E5EEC-8292-8050-A303-282B012C74E7}"/>
              </a:ext>
            </a:extLst>
          </p:cNvPr>
          <p:cNvGrpSpPr/>
          <p:nvPr/>
        </p:nvGrpSpPr>
        <p:grpSpPr>
          <a:xfrm>
            <a:off x="3582928" y="1780379"/>
            <a:ext cx="5965086" cy="2610582"/>
            <a:chOff x="3582928" y="1780379"/>
            <a:chExt cx="5965086" cy="2610582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2100F359-5E2F-E968-1ED4-B3B6E5585599}"/>
                </a:ext>
              </a:extLst>
            </p:cNvPr>
            <p:cNvSpPr/>
            <p:nvPr/>
          </p:nvSpPr>
          <p:spPr>
            <a:xfrm>
              <a:off x="7271219" y="1803230"/>
              <a:ext cx="2276795" cy="25877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A1BA9469-74EC-07A8-0055-6D805557A1DC}"/>
                </a:ext>
              </a:extLst>
            </p:cNvPr>
            <p:cNvSpPr/>
            <p:nvPr/>
          </p:nvSpPr>
          <p:spPr>
            <a:xfrm>
              <a:off x="7271219" y="1803231"/>
              <a:ext cx="2276795" cy="692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Animal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9A2241A8-9B76-2F6B-D577-8558660DB849}"/>
                </a:ext>
              </a:extLst>
            </p:cNvPr>
            <p:cNvSpPr/>
            <p:nvPr/>
          </p:nvSpPr>
          <p:spPr>
            <a:xfrm>
              <a:off x="7271216" y="2500793"/>
              <a:ext cx="2276795" cy="923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name</a:t>
              </a:r>
              <a:endParaRPr lang="de-DE" dirty="0">
                <a:solidFill>
                  <a:schemeClr val="tx1"/>
                </a:solidFill>
              </a:endParaRP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age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91D0392C-1CB9-7998-B611-3CCFD5223034}"/>
                </a:ext>
              </a:extLst>
            </p:cNvPr>
            <p:cNvSpPr/>
            <p:nvPr/>
          </p:nvSpPr>
          <p:spPr>
            <a:xfrm>
              <a:off x="7271213" y="3429000"/>
              <a:ext cx="2276795" cy="96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speak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birthday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3A4ED8E6-EB9B-5D31-37FD-44C5BAC1013E}"/>
                </a:ext>
              </a:extLst>
            </p:cNvPr>
            <p:cNvSpPr/>
            <p:nvPr/>
          </p:nvSpPr>
          <p:spPr>
            <a:xfrm>
              <a:off x="3582934" y="1803230"/>
              <a:ext cx="2276795" cy="25877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DBAD2BD5-7DD9-92A7-D14D-9C643FC51C93}"/>
                </a:ext>
              </a:extLst>
            </p:cNvPr>
            <p:cNvSpPr/>
            <p:nvPr/>
          </p:nvSpPr>
          <p:spPr>
            <a:xfrm>
              <a:off x="3582934" y="1803231"/>
              <a:ext cx="2276795" cy="692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Person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12721FE8-415A-AD7D-54D1-7BE36919C8A6}"/>
                </a:ext>
              </a:extLst>
            </p:cNvPr>
            <p:cNvSpPr/>
            <p:nvPr/>
          </p:nvSpPr>
          <p:spPr>
            <a:xfrm>
              <a:off x="3582931" y="2500793"/>
              <a:ext cx="2276795" cy="923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name</a:t>
              </a:r>
              <a:endParaRPr lang="de-DE" dirty="0">
                <a:solidFill>
                  <a:schemeClr val="tx1"/>
                </a:solidFill>
              </a:endParaRP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address</a:t>
              </a:r>
              <a:endParaRPr lang="de-DE" dirty="0">
                <a:solidFill>
                  <a:schemeClr val="tx1"/>
                </a:solidFill>
              </a:endParaRP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pets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5C7896E-D049-9990-46E8-A8478FFE29AB}"/>
                </a:ext>
              </a:extLst>
            </p:cNvPr>
            <p:cNvSpPr/>
            <p:nvPr/>
          </p:nvSpPr>
          <p:spPr>
            <a:xfrm>
              <a:off x="3582928" y="3429000"/>
              <a:ext cx="2276795" cy="96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get_pets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  <a:p>
              <a:endParaRPr lang="de-DE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4B2C66EF-C2C6-8364-D977-23C5E455D59D}"/>
                </a:ext>
              </a:extLst>
            </p:cNvPr>
            <p:cNvCxnSpPr>
              <a:stCxn id="10" idx="3"/>
              <a:endCxn id="6" idx="1"/>
            </p:cNvCxnSpPr>
            <p:nvPr/>
          </p:nvCxnSpPr>
          <p:spPr>
            <a:xfrm>
              <a:off x="5859729" y="2149711"/>
              <a:ext cx="1411490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1B6F513-FAAA-9106-1F35-EF88D5C21971}"/>
                </a:ext>
              </a:extLst>
            </p:cNvPr>
            <p:cNvSpPr txBox="1"/>
            <p:nvPr/>
          </p:nvSpPr>
          <p:spPr>
            <a:xfrm>
              <a:off x="5859723" y="1780379"/>
              <a:ext cx="3559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1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ED248972-8E89-4011-ADD3-A4CAE80EA804}"/>
                </a:ext>
              </a:extLst>
            </p:cNvPr>
            <p:cNvSpPr txBox="1"/>
            <p:nvPr/>
          </p:nvSpPr>
          <p:spPr>
            <a:xfrm>
              <a:off x="6658551" y="1780379"/>
              <a:ext cx="6085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dirty="0"/>
                <a:t>0..*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696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39EE4C5B-1EBD-ED77-F7E9-9EF8F64A0544}"/>
              </a:ext>
            </a:extLst>
          </p:cNvPr>
          <p:cNvGrpSpPr/>
          <p:nvPr/>
        </p:nvGrpSpPr>
        <p:grpSpPr>
          <a:xfrm>
            <a:off x="3586163" y="485775"/>
            <a:ext cx="8401050" cy="6143625"/>
            <a:chOff x="3586163" y="485775"/>
            <a:chExt cx="8401050" cy="6143625"/>
          </a:xfrm>
        </p:grpSpPr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B47991F5-1304-7913-CEB8-8EB889B38F12}"/>
                </a:ext>
              </a:extLst>
            </p:cNvPr>
            <p:cNvSpPr/>
            <p:nvPr/>
          </p:nvSpPr>
          <p:spPr>
            <a:xfrm>
              <a:off x="3586163" y="485775"/>
              <a:ext cx="8401050" cy="6143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E59F0261-D121-99E0-772D-7097937D88CB}"/>
                </a:ext>
              </a:extLst>
            </p:cNvPr>
            <p:cNvGrpSpPr/>
            <p:nvPr/>
          </p:nvGrpSpPr>
          <p:grpSpPr>
            <a:xfrm>
              <a:off x="3819199" y="686312"/>
              <a:ext cx="7818433" cy="5649028"/>
              <a:chOff x="3819199" y="686312"/>
              <a:chExt cx="7818433" cy="5649028"/>
            </a:xfrm>
          </p:grpSpPr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660B2D5C-C1CF-7055-5A3E-B15F07D7F30F}"/>
                  </a:ext>
                </a:extLst>
              </p:cNvPr>
              <p:cNvSpPr/>
              <p:nvPr/>
            </p:nvSpPr>
            <p:spPr>
              <a:xfrm>
                <a:off x="3819205" y="686312"/>
                <a:ext cx="2276795" cy="25877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5B6F4735-2EA1-3355-F229-119597B1917A}"/>
                  </a:ext>
                </a:extLst>
              </p:cNvPr>
              <p:cNvSpPr/>
              <p:nvPr/>
            </p:nvSpPr>
            <p:spPr>
              <a:xfrm>
                <a:off x="3819205" y="686312"/>
                <a:ext cx="2489547" cy="80458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</a:rPr>
                  <a:t>Library</a:t>
                </a:r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D718BE92-1BD1-A2E6-0CA2-E2D597DC6115}"/>
                  </a:ext>
                </a:extLst>
              </p:cNvPr>
              <p:cNvSpPr/>
              <p:nvPr/>
            </p:nvSpPr>
            <p:spPr>
              <a:xfrm>
                <a:off x="3819202" y="1383875"/>
                <a:ext cx="2489547" cy="10723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sz="1600" dirty="0">
                    <a:solidFill>
                      <a:schemeClr val="tx1"/>
                    </a:solidFill>
                  </a:rPr>
                  <a:t>+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media_collection</a:t>
                </a:r>
                <a:r>
                  <a:rPr lang="de-DE" sz="1600" dirty="0">
                    <a:solidFill>
                      <a:schemeClr val="tx1"/>
                    </a:solidFill>
                  </a:rPr>
                  <a:t>: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list</a:t>
                </a:r>
                <a:endParaRPr lang="de-DE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89DFF23F-12AC-E757-B3ED-4A1B45F08DA5}"/>
                  </a:ext>
                </a:extLst>
              </p:cNvPr>
              <p:cNvSpPr/>
              <p:nvPr/>
            </p:nvSpPr>
            <p:spPr>
              <a:xfrm>
                <a:off x="3819199" y="2312081"/>
                <a:ext cx="2489547" cy="12967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sz="1600" dirty="0">
                    <a:solidFill>
                      <a:schemeClr val="tx1"/>
                    </a:solidFill>
                  </a:rPr>
                  <a:t>+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borrow_medium</a:t>
                </a:r>
                <a:r>
                  <a:rPr lang="de-DE" sz="1600" dirty="0">
                    <a:solidFill>
                      <a:schemeClr val="tx1"/>
                    </a:solidFill>
                  </a:rPr>
                  <a:t>(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id</a:t>
                </a:r>
                <a:r>
                  <a:rPr lang="de-DE" sz="1600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de-DE" sz="1600" dirty="0">
                    <a:solidFill>
                      <a:schemeClr val="tx1"/>
                    </a:solidFill>
                  </a:rPr>
                  <a:t>+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return_medium</a:t>
                </a:r>
                <a:r>
                  <a:rPr lang="de-DE" sz="1600" dirty="0">
                    <a:solidFill>
                      <a:schemeClr val="tx1"/>
                    </a:solidFill>
                  </a:rPr>
                  <a:t>(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id</a:t>
                </a:r>
                <a:r>
                  <a:rPr lang="de-DE" sz="1600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de-DE" sz="1600" dirty="0">
                    <a:solidFill>
                      <a:schemeClr val="tx1"/>
                    </a:solidFill>
                  </a:rPr>
                  <a:t>+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add_medium</a:t>
                </a:r>
                <a:r>
                  <a:rPr lang="de-DE" sz="1600" dirty="0">
                    <a:solidFill>
                      <a:schemeClr val="tx1"/>
                    </a:solidFill>
                  </a:rPr>
                  <a:t>(medium)</a:t>
                </a:r>
              </a:p>
              <a:p>
                <a:r>
                  <a:rPr lang="de-DE" sz="1600" dirty="0">
                    <a:solidFill>
                      <a:schemeClr val="tx1"/>
                    </a:solidFill>
                  </a:rPr>
                  <a:t>+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remove_medium</a:t>
                </a:r>
                <a:r>
                  <a:rPr lang="de-DE" sz="1600" dirty="0">
                    <a:solidFill>
                      <a:schemeClr val="tx1"/>
                    </a:solidFill>
                  </a:rPr>
                  <a:t>(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id</a:t>
                </a:r>
                <a:r>
                  <a:rPr lang="de-DE" sz="1600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de-DE" sz="1600" dirty="0">
                    <a:solidFill>
                      <a:schemeClr val="tx1"/>
                    </a:solidFill>
                  </a:rPr>
                  <a:t>+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get_media_info</a:t>
                </a:r>
                <a:r>
                  <a:rPr lang="de-DE" sz="1600" dirty="0">
                    <a:solidFill>
                      <a:schemeClr val="tx1"/>
                    </a:solidFill>
                  </a:rPr>
                  <a:t>()</a:t>
                </a:r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F2A9CB5A-D6F7-0A66-F02C-CECF0B3D092C}"/>
                  </a:ext>
                </a:extLst>
              </p:cNvPr>
              <p:cNvSpPr/>
              <p:nvPr/>
            </p:nvSpPr>
            <p:spPr>
              <a:xfrm>
                <a:off x="7951393" y="760700"/>
                <a:ext cx="2276795" cy="25877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A0403601-6D28-3CFB-E9BE-73577B8EA908}"/>
                  </a:ext>
                </a:extLst>
              </p:cNvPr>
              <p:cNvSpPr/>
              <p:nvPr/>
            </p:nvSpPr>
            <p:spPr>
              <a:xfrm>
                <a:off x="7951393" y="760701"/>
                <a:ext cx="2276795" cy="6929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</a:rPr>
                  <a:t>Medium</a:t>
                </a:r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00496935-BFE3-E9E4-ABB9-6C45D5B64352}"/>
                  </a:ext>
                </a:extLst>
              </p:cNvPr>
              <p:cNvSpPr/>
              <p:nvPr/>
            </p:nvSpPr>
            <p:spPr>
              <a:xfrm>
                <a:off x="7951390" y="1458263"/>
                <a:ext cx="2276795" cy="9236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sz="1600" dirty="0">
                    <a:solidFill>
                      <a:schemeClr val="tx1"/>
                    </a:solidFill>
                  </a:rPr>
                  <a:t>+ title: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str</a:t>
                </a:r>
                <a:endParaRPr lang="de-DE" sz="1600" dirty="0">
                  <a:solidFill>
                    <a:schemeClr val="tx1"/>
                  </a:solidFill>
                </a:endParaRPr>
              </a:p>
              <a:p>
                <a:r>
                  <a:rPr lang="de-DE" sz="1600" dirty="0">
                    <a:solidFill>
                      <a:schemeClr val="tx1"/>
                    </a:solidFill>
                  </a:rPr>
                  <a:t>+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medium_id</a:t>
                </a:r>
                <a:r>
                  <a:rPr lang="de-DE" sz="1600" dirty="0">
                    <a:solidFill>
                      <a:schemeClr val="tx1"/>
                    </a:solidFill>
                  </a:rPr>
                  <a:t>: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int</a:t>
                </a:r>
                <a:endParaRPr lang="de-DE" sz="1600" dirty="0">
                  <a:solidFill>
                    <a:schemeClr val="tx1"/>
                  </a:solidFill>
                </a:endParaRPr>
              </a:p>
              <a:p>
                <a:r>
                  <a:rPr lang="de-DE" sz="1600" dirty="0">
                    <a:solidFill>
                      <a:schemeClr val="tx1"/>
                    </a:solidFill>
                  </a:rPr>
                  <a:t>+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available</a:t>
                </a:r>
                <a:r>
                  <a:rPr lang="de-DE" sz="1600" dirty="0">
                    <a:solidFill>
                      <a:schemeClr val="tx1"/>
                    </a:solidFill>
                  </a:rPr>
                  <a:t>: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bool</a:t>
                </a:r>
                <a:endParaRPr lang="de-DE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C5E44A7B-D6CA-2320-B495-16BE9F5952EA}"/>
                  </a:ext>
                </a:extLst>
              </p:cNvPr>
              <p:cNvSpPr/>
              <p:nvPr/>
            </p:nvSpPr>
            <p:spPr>
              <a:xfrm>
                <a:off x="7951387" y="2386470"/>
                <a:ext cx="2276795" cy="9619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 dirty="0">
                  <a:solidFill>
                    <a:schemeClr val="tx1"/>
                  </a:solidFill>
                </a:endParaRPr>
              </a:p>
              <a:p>
                <a:r>
                  <a:rPr lang="de-DE" sz="1600" dirty="0">
                    <a:solidFill>
                      <a:schemeClr val="tx1"/>
                    </a:solidFill>
                  </a:rPr>
                  <a:t>+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get_info</a:t>
                </a:r>
                <a:r>
                  <a:rPr lang="de-DE" sz="1600" dirty="0">
                    <a:solidFill>
                      <a:schemeClr val="tx1"/>
                    </a:solidFill>
                  </a:rPr>
                  <a:t>()</a:t>
                </a:r>
              </a:p>
              <a:p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329FA5BC-AD0F-1429-00D9-46AD8180798B}"/>
                  </a:ext>
                </a:extLst>
              </p:cNvPr>
              <p:cNvSpPr/>
              <p:nvPr/>
            </p:nvSpPr>
            <p:spPr>
              <a:xfrm>
                <a:off x="6673892" y="3747609"/>
                <a:ext cx="2276795" cy="25877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202D5417-8C8A-433E-95DE-282E1B2EF1F9}"/>
                  </a:ext>
                </a:extLst>
              </p:cNvPr>
              <p:cNvSpPr/>
              <p:nvPr/>
            </p:nvSpPr>
            <p:spPr>
              <a:xfrm>
                <a:off x="6673892" y="3747610"/>
                <a:ext cx="2276795" cy="6929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41BC73EA-5648-4445-0470-1FBADB44CA15}"/>
                  </a:ext>
                </a:extLst>
              </p:cNvPr>
              <p:cNvSpPr/>
              <p:nvPr/>
            </p:nvSpPr>
            <p:spPr>
              <a:xfrm>
                <a:off x="6673889" y="4445172"/>
                <a:ext cx="2276795" cy="9236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sz="1800" dirty="0">
                    <a:solidFill>
                      <a:schemeClr val="tx1"/>
                    </a:solidFill>
                  </a:rPr>
                  <a:t>+ </a:t>
                </a:r>
                <a:r>
                  <a:rPr lang="de-DE" sz="1800" dirty="0" err="1">
                    <a:solidFill>
                      <a:schemeClr val="tx1"/>
                    </a:solidFill>
                  </a:rPr>
                  <a:t>author</a:t>
                </a:r>
                <a:r>
                  <a:rPr lang="de-DE" sz="1800" dirty="0">
                    <a:solidFill>
                      <a:schemeClr val="tx1"/>
                    </a:solidFill>
                  </a:rPr>
                  <a:t>: </a:t>
                </a:r>
                <a:r>
                  <a:rPr lang="de-DE" sz="1800" dirty="0" err="1">
                    <a:solidFill>
                      <a:schemeClr val="tx1"/>
                    </a:solidFill>
                  </a:rPr>
                  <a:t>str</a:t>
                </a:r>
                <a:endParaRPr lang="de-DE" sz="1800" dirty="0">
                  <a:solidFill>
                    <a:schemeClr val="tx1"/>
                  </a:solidFill>
                </a:endParaRPr>
              </a:p>
              <a:p>
                <a:r>
                  <a:rPr lang="de-DE" dirty="0">
                    <a:solidFill>
                      <a:schemeClr val="tx1"/>
                    </a:solidFill>
                  </a:rPr>
                  <a:t>+ </a:t>
                </a:r>
                <a:r>
                  <a:rPr lang="de-DE" dirty="0" err="1">
                    <a:solidFill>
                      <a:schemeClr val="tx1"/>
                    </a:solidFill>
                  </a:rPr>
                  <a:t>isbn</a:t>
                </a:r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:r>
                  <a:rPr lang="de-DE" dirty="0" err="1">
                    <a:solidFill>
                      <a:schemeClr val="tx1"/>
                    </a:solidFill>
                  </a:rPr>
                  <a:t>str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56EE5F15-175F-63FE-FB72-CBFFC50AB12B}"/>
                  </a:ext>
                </a:extLst>
              </p:cNvPr>
              <p:cNvSpPr/>
              <p:nvPr/>
            </p:nvSpPr>
            <p:spPr>
              <a:xfrm>
                <a:off x="6673886" y="5373379"/>
                <a:ext cx="2276795" cy="9619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 dirty="0">
                  <a:solidFill>
                    <a:schemeClr val="tx1"/>
                  </a:solidFill>
                </a:endParaRPr>
              </a:p>
              <a:p>
                <a:r>
                  <a:rPr lang="de-DE" dirty="0">
                    <a:solidFill>
                      <a:schemeClr val="tx1"/>
                    </a:solidFill>
                  </a:rPr>
                  <a:t>+ </a:t>
                </a:r>
                <a:r>
                  <a:rPr lang="de-DE" dirty="0" err="1">
                    <a:solidFill>
                      <a:schemeClr val="tx1"/>
                    </a:solidFill>
                  </a:rPr>
                  <a:t>get_info</a:t>
                </a:r>
                <a:r>
                  <a:rPr lang="de-DE" dirty="0">
                    <a:solidFill>
                      <a:schemeClr val="tx1"/>
                    </a:solidFill>
                  </a:rPr>
                  <a:t>()</a:t>
                </a:r>
              </a:p>
              <a:p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FF501039-6704-4FE7-C86D-A6728A1F368B}"/>
                  </a:ext>
                </a:extLst>
              </p:cNvPr>
              <p:cNvSpPr/>
              <p:nvPr/>
            </p:nvSpPr>
            <p:spPr>
              <a:xfrm>
                <a:off x="9360837" y="3747609"/>
                <a:ext cx="2276795" cy="25877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3025BD92-6246-3CF1-2FE8-E831980377EF}"/>
                  </a:ext>
                </a:extLst>
              </p:cNvPr>
              <p:cNvSpPr/>
              <p:nvPr/>
            </p:nvSpPr>
            <p:spPr>
              <a:xfrm>
                <a:off x="9360837" y="3747610"/>
                <a:ext cx="2276795" cy="6929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9CDC0D92-572F-0ABB-00E8-90AA06006F84}"/>
                  </a:ext>
                </a:extLst>
              </p:cNvPr>
              <p:cNvSpPr/>
              <p:nvPr/>
            </p:nvSpPr>
            <p:spPr>
              <a:xfrm>
                <a:off x="9360834" y="4445172"/>
                <a:ext cx="2276795" cy="9236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</a:rPr>
                  <a:t>+ </a:t>
                </a:r>
                <a:r>
                  <a:rPr lang="de-DE" dirty="0" err="1">
                    <a:solidFill>
                      <a:schemeClr val="tx1"/>
                    </a:solidFill>
                  </a:rPr>
                  <a:t>issue</a:t>
                </a:r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:r>
                  <a:rPr lang="de-DE" dirty="0" err="1">
                    <a:solidFill>
                      <a:schemeClr val="tx1"/>
                    </a:solidFill>
                  </a:rPr>
                  <a:t>int</a:t>
                </a:r>
                <a:endParaRPr lang="de-DE" dirty="0">
                  <a:solidFill>
                    <a:schemeClr val="tx1"/>
                  </a:solidFill>
                </a:endParaRPr>
              </a:p>
              <a:p>
                <a:r>
                  <a:rPr lang="de-DE" dirty="0">
                    <a:solidFill>
                      <a:schemeClr val="tx1"/>
                    </a:solidFill>
                  </a:rPr>
                  <a:t>+ </a:t>
                </a:r>
                <a:r>
                  <a:rPr lang="de-DE" dirty="0" err="1">
                    <a:solidFill>
                      <a:schemeClr val="tx1"/>
                    </a:solidFill>
                  </a:rPr>
                  <a:t>year</a:t>
                </a:r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:r>
                  <a:rPr lang="de-DE" dirty="0" err="1">
                    <a:solidFill>
                      <a:schemeClr val="tx1"/>
                    </a:solidFill>
                  </a:rPr>
                  <a:t>int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533A8AA6-2B2C-C6DC-D49C-F3E14DAC9F27}"/>
                  </a:ext>
                </a:extLst>
              </p:cNvPr>
              <p:cNvSpPr/>
              <p:nvPr/>
            </p:nvSpPr>
            <p:spPr>
              <a:xfrm>
                <a:off x="9360831" y="5373379"/>
                <a:ext cx="2276795" cy="9619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 dirty="0">
                  <a:solidFill>
                    <a:schemeClr val="tx1"/>
                  </a:solidFill>
                </a:endParaRPr>
              </a:p>
              <a:p>
                <a:r>
                  <a:rPr lang="de-DE" dirty="0">
                    <a:solidFill>
                      <a:schemeClr val="tx1"/>
                    </a:solidFill>
                  </a:rPr>
                  <a:t>+ </a:t>
                </a:r>
                <a:r>
                  <a:rPr lang="de-DE" dirty="0" err="1">
                    <a:solidFill>
                      <a:schemeClr val="tx1"/>
                    </a:solidFill>
                  </a:rPr>
                  <a:t>get_info</a:t>
                </a:r>
                <a:r>
                  <a:rPr lang="de-DE" dirty="0">
                    <a:solidFill>
                      <a:schemeClr val="tx1"/>
                    </a:solidFill>
                  </a:rPr>
                  <a:t>()</a:t>
                </a:r>
              </a:p>
              <a:p>
                <a:endParaRPr lang="de-DE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41A03D97-B5EC-A053-7A07-FD2F2914843D}"/>
                  </a:ext>
                </a:extLst>
              </p:cNvPr>
              <p:cNvCxnSpPr>
                <a:stCxn id="7" idx="3"/>
                <a:endCxn id="19" idx="1"/>
              </p:cNvCxnSpPr>
              <p:nvPr/>
            </p:nvCxnSpPr>
            <p:spPr>
              <a:xfrm flipV="1">
                <a:off x="6308749" y="1920066"/>
                <a:ext cx="1642641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821EA1AC-2FAD-5DB2-0066-63364B51457E}"/>
                  </a:ext>
                </a:extLst>
              </p:cNvPr>
              <p:cNvSpPr txBox="1"/>
              <p:nvPr/>
            </p:nvSpPr>
            <p:spPr>
              <a:xfrm>
                <a:off x="6419211" y="1601734"/>
                <a:ext cx="2546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1</a:t>
                </a:r>
              </a:p>
            </p:txBody>
          </p:sp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5A4F99F7-1A0F-27EA-3F47-B40B92C5AD18}"/>
                  </a:ext>
                </a:extLst>
              </p:cNvPr>
              <p:cNvSpPr txBox="1"/>
              <p:nvPr/>
            </p:nvSpPr>
            <p:spPr>
              <a:xfrm>
                <a:off x="7413397" y="1585228"/>
                <a:ext cx="5436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0..*</a:t>
                </a:r>
              </a:p>
            </p:txBody>
          </p:sp>
          <p:cxnSp>
            <p:nvCxnSpPr>
              <p:cNvPr id="38" name="Verbinder: gewinkelt 37">
                <a:extLst>
                  <a:ext uri="{FF2B5EF4-FFF2-40B4-BE49-F238E27FC236}">
                    <a16:creationId xmlns:a16="http://schemas.microsoft.com/office/drawing/2014/main" id="{929166C2-52C0-D7BB-821F-5CA451212F64}"/>
                  </a:ext>
                </a:extLst>
              </p:cNvPr>
              <p:cNvCxnSpPr>
                <a:cxnSpLocks/>
                <a:stCxn id="22" idx="0"/>
                <a:endCxn id="20" idx="2"/>
              </p:cNvCxnSpPr>
              <p:nvPr/>
            </p:nvCxnSpPr>
            <p:spPr>
              <a:xfrm rot="5400000" flipH="1" flipV="1">
                <a:off x="8251448" y="2909274"/>
                <a:ext cx="399179" cy="1277495"/>
              </a:xfrm>
              <a:prstGeom prst="bentConnector3">
                <a:avLst/>
              </a:prstGeom>
              <a:ln w="190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Verbinder: gewinkelt 39">
                <a:extLst>
                  <a:ext uri="{FF2B5EF4-FFF2-40B4-BE49-F238E27FC236}">
                    <a16:creationId xmlns:a16="http://schemas.microsoft.com/office/drawing/2014/main" id="{110FD190-C538-EA6F-8041-845FF7AA0388}"/>
                  </a:ext>
                </a:extLst>
              </p:cNvPr>
              <p:cNvCxnSpPr>
                <a:cxnSpLocks/>
                <a:stCxn id="26" idx="0"/>
                <a:endCxn id="20" idx="2"/>
              </p:cNvCxnSpPr>
              <p:nvPr/>
            </p:nvCxnSpPr>
            <p:spPr>
              <a:xfrm rot="16200000" flipV="1">
                <a:off x="9594921" y="2843296"/>
                <a:ext cx="399179" cy="1409450"/>
              </a:xfrm>
              <a:prstGeom prst="bentConnector3">
                <a:avLst>
                  <a:gd name="adj1" fmla="val 50000"/>
                </a:avLst>
              </a:prstGeom>
              <a:ln w="190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69175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3BDAA-824A-CB9B-892F-C6CC507F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hteck 45">
            <a:extLst>
              <a:ext uri="{FF2B5EF4-FFF2-40B4-BE49-F238E27FC236}">
                <a16:creationId xmlns:a16="http://schemas.microsoft.com/office/drawing/2014/main" id="{A0082550-4AAE-B30A-EB36-26B93E3CBAAA}"/>
              </a:ext>
            </a:extLst>
          </p:cNvPr>
          <p:cNvSpPr/>
          <p:nvPr/>
        </p:nvSpPr>
        <p:spPr>
          <a:xfrm>
            <a:off x="2875170" y="485775"/>
            <a:ext cx="9206763" cy="88698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C4E881E3-D7C0-FF0D-922D-4CB939460ED6}"/>
              </a:ext>
            </a:extLst>
          </p:cNvPr>
          <p:cNvGrpSpPr/>
          <p:nvPr/>
        </p:nvGrpSpPr>
        <p:grpSpPr>
          <a:xfrm>
            <a:off x="3624064" y="557056"/>
            <a:ext cx="8013568" cy="8669300"/>
            <a:chOff x="3624064" y="557056"/>
            <a:chExt cx="8013568" cy="8669300"/>
          </a:xfrm>
        </p:grpSpPr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1C55B2E0-EC74-B06B-738A-B49ACC880B37}"/>
                </a:ext>
              </a:extLst>
            </p:cNvPr>
            <p:cNvGrpSpPr/>
            <p:nvPr/>
          </p:nvGrpSpPr>
          <p:grpSpPr>
            <a:xfrm>
              <a:off x="3624064" y="557056"/>
              <a:ext cx="8013568" cy="5778284"/>
              <a:chOff x="3624064" y="557056"/>
              <a:chExt cx="8013568" cy="5778284"/>
            </a:xfrm>
          </p:grpSpPr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DCE11643-560D-F48F-365C-5709C33BC2AB}"/>
                  </a:ext>
                </a:extLst>
              </p:cNvPr>
              <p:cNvSpPr/>
              <p:nvPr/>
            </p:nvSpPr>
            <p:spPr>
              <a:xfrm>
                <a:off x="3819205" y="686312"/>
                <a:ext cx="2276795" cy="25877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961CEB4C-7A10-B11F-00EC-AC864FB42A3F}"/>
                  </a:ext>
                </a:extLst>
              </p:cNvPr>
              <p:cNvSpPr/>
              <p:nvPr/>
            </p:nvSpPr>
            <p:spPr>
              <a:xfrm>
                <a:off x="3624070" y="557056"/>
                <a:ext cx="2700241" cy="9985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</a:rPr>
                  <a:t>Library</a:t>
                </a:r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B101B98E-36CC-3AF5-8255-24A9D71A97FF}"/>
                  </a:ext>
                </a:extLst>
              </p:cNvPr>
              <p:cNvSpPr/>
              <p:nvPr/>
            </p:nvSpPr>
            <p:spPr>
              <a:xfrm>
                <a:off x="3624067" y="1254619"/>
                <a:ext cx="2700241" cy="13308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sz="1600" dirty="0">
                    <a:solidFill>
                      <a:schemeClr val="tx1"/>
                    </a:solidFill>
                  </a:rPr>
                  <a:t>-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media_collection</a:t>
                </a:r>
                <a:r>
                  <a:rPr lang="de-DE" sz="1600" dirty="0">
                    <a:solidFill>
                      <a:schemeClr val="tx1"/>
                    </a:solidFill>
                  </a:rPr>
                  <a:t>: </a:t>
                </a:r>
                <a:r>
                  <a:rPr lang="de-DE" sz="1600" dirty="0" err="1">
                    <a:solidFill>
                      <a:schemeClr val="tx1"/>
                    </a:solidFill>
                  </a:rPr>
                  <a:t>dict</a:t>
                </a:r>
                <a:endParaRPr lang="de-DE" sz="1600" dirty="0">
                  <a:solidFill>
                    <a:schemeClr val="tx1"/>
                  </a:solidFill>
                </a:endParaRPr>
              </a:p>
              <a:p>
                <a:endParaRPr lang="de-DE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F555D9DA-5F21-55D1-E599-13A156A6D3F1}"/>
                  </a:ext>
                </a:extLst>
              </p:cNvPr>
              <p:cNvSpPr/>
              <p:nvPr/>
            </p:nvSpPr>
            <p:spPr>
              <a:xfrm>
                <a:off x="3624064" y="2182825"/>
                <a:ext cx="2700241" cy="160940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sz="1400" dirty="0">
                    <a:solidFill>
                      <a:schemeClr val="tx1"/>
                    </a:solidFill>
                  </a:rPr>
                  <a:t>+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add_medium</a:t>
                </a:r>
                <a:r>
                  <a:rPr lang="de-DE" sz="1400" dirty="0">
                    <a:solidFill>
                      <a:schemeClr val="tx1"/>
                    </a:solidFill>
                  </a:rPr>
                  <a:t>(medium)</a:t>
                </a:r>
              </a:p>
              <a:p>
                <a:r>
                  <a:rPr lang="de-DE" sz="1400" dirty="0">
                    <a:solidFill>
                      <a:schemeClr val="tx1"/>
                    </a:solidFill>
                  </a:rPr>
                  <a:t>+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remove_medium</a:t>
                </a:r>
                <a:r>
                  <a:rPr lang="de-DE" sz="1400" dirty="0">
                    <a:solidFill>
                      <a:schemeClr val="tx1"/>
                    </a:solidFill>
                  </a:rPr>
                  <a:t>(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medium_id</a:t>
                </a:r>
                <a:r>
                  <a:rPr lang="de-DE" sz="1400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de-DE" sz="1400" dirty="0">
                    <a:solidFill>
                      <a:schemeClr val="tx1"/>
                    </a:solidFill>
                  </a:rPr>
                  <a:t>+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lend_medium</a:t>
                </a:r>
                <a:r>
                  <a:rPr lang="de-DE" sz="1400" dirty="0">
                    <a:solidFill>
                      <a:schemeClr val="tx1"/>
                    </a:solidFill>
                  </a:rPr>
                  <a:t>(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medium_id</a:t>
                </a:r>
                <a:r>
                  <a:rPr lang="de-DE" sz="1400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de-DE" sz="1400" dirty="0">
                    <a:solidFill>
                      <a:schemeClr val="tx1"/>
                    </a:solidFill>
                  </a:rPr>
                  <a:t>+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return_medium</a:t>
                </a:r>
                <a:r>
                  <a:rPr lang="de-DE" sz="1400" dirty="0">
                    <a:solidFill>
                      <a:schemeClr val="tx1"/>
                    </a:solidFill>
                  </a:rPr>
                  <a:t>(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medium_id</a:t>
                </a:r>
                <a:r>
                  <a:rPr lang="de-DE" sz="1400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de-DE" sz="1400" dirty="0">
                    <a:solidFill>
                      <a:schemeClr val="tx1"/>
                    </a:solidFill>
                  </a:rPr>
                  <a:t>+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list_media</a:t>
                </a:r>
                <a:r>
                  <a:rPr lang="de-DE" sz="1400" dirty="0">
                    <a:solidFill>
                      <a:schemeClr val="tx1"/>
                    </a:solidFill>
                  </a:rPr>
                  <a:t>()</a:t>
                </a:r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05C0841E-2951-1BCB-A84B-C000B0B4E5FE}"/>
                  </a:ext>
                </a:extLst>
              </p:cNvPr>
              <p:cNvSpPr/>
              <p:nvPr/>
            </p:nvSpPr>
            <p:spPr>
              <a:xfrm>
                <a:off x="7951393" y="760700"/>
                <a:ext cx="2276795" cy="25877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302EB1FC-7D83-CE2A-9C16-CAD011D3CA51}"/>
                  </a:ext>
                </a:extLst>
              </p:cNvPr>
              <p:cNvSpPr/>
              <p:nvPr/>
            </p:nvSpPr>
            <p:spPr>
              <a:xfrm>
                <a:off x="7951393" y="760701"/>
                <a:ext cx="2276795" cy="6929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</a:rPr>
                  <a:t>Medium</a:t>
                </a:r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4E0DFFBE-8488-CEC6-A479-8428687AD60F}"/>
                  </a:ext>
                </a:extLst>
              </p:cNvPr>
              <p:cNvSpPr/>
              <p:nvPr/>
            </p:nvSpPr>
            <p:spPr>
              <a:xfrm>
                <a:off x="7951390" y="1458263"/>
                <a:ext cx="2276795" cy="9236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sz="1400" dirty="0">
                    <a:solidFill>
                      <a:schemeClr val="tx1"/>
                    </a:solidFill>
                  </a:rPr>
                  <a:t>-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medium_id</a:t>
                </a:r>
                <a:r>
                  <a:rPr lang="de-DE" sz="1400" dirty="0">
                    <a:solidFill>
                      <a:schemeClr val="tx1"/>
                    </a:solidFill>
                  </a:rPr>
                  <a:t>: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int</a:t>
                </a:r>
                <a:endParaRPr lang="de-DE" sz="1400" dirty="0">
                  <a:solidFill>
                    <a:schemeClr val="tx1"/>
                  </a:solidFill>
                </a:endParaRPr>
              </a:p>
              <a:p>
                <a:r>
                  <a:rPr lang="de-DE" sz="1400" dirty="0">
                    <a:solidFill>
                      <a:schemeClr val="tx1"/>
                    </a:solidFill>
                  </a:rPr>
                  <a:t>-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available</a:t>
                </a:r>
                <a:r>
                  <a:rPr lang="de-DE" sz="1400" dirty="0">
                    <a:solidFill>
                      <a:schemeClr val="tx1"/>
                    </a:solidFill>
                  </a:rPr>
                  <a:t>: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bool</a:t>
                </a:r>
                <a:endParaRPr lang="de-DE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E0157540-3B1B-7307-FE55-5562D38D09B5}"/>
                  </a:ext>
                </a:extLst>
              </p:cNvPr>
              <p:cNvSpPr/>
              <p:nvPr/>
            </p:nvSpPr>
            <p:spPr>
              <a:xfrm>
                <a:off x="7951387" y="2386470"/>
                <a:ext cx="2276795" cy="9619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 sz="1400" dirty="0">
                  <a:solidFill>
                    <a:schemeClr val="tx1"/>
                  </a:solidFill>
                </a:endParaRPr>
              </a:p>
              <a:p>
                <a:r>
                  <a:rPr lang="de-DE" sz="1400" dirty="0">
                    <a:solidFill>
                      <a:schemeClr val="tx1"/>
                    </a:solidFill>
                  </a:rPr>
                  <a:t>+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get_id</a:t>
                </a:r>
                <a:r>
                  <a:rPr lang="de-DE" sz="1400" dirty="0">
                    <a:solidFill>
                      <a:schemeClr val="tx1"/>
                    </a:solidFill>
                  </a:rPr>
                  <a:t>() </a:t>
                </a:r>
              </a:p>
              <a:p>
                <a:r>
                  <a:rPr lang="de-DE" sz="1400" dirty="0">
                    <a:solidFill>
                      <a:schemeClr val="tx1"/>
                    </a:solidFill>
                  </a:rPr>
                  <a:t>+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is_available</a:t>
                </a:r>
                <a:r>
                  <a:rPr lang="de-DE" sz="1400" dirty="0">
                    <a:solidFill>
                      <a:schemeClr val="tx1"/>
                    </a:solidFill>
                  </a:rPr>
                  <a:t>()</a:t>
                </a:r>
              </a:p>
              <a:p>
                <a:r>
                  <a:rPr lang="de-DE" sz="1400" dirty="0">
                    <a:solidFill>
                      <a:schemeClr val="tx1"/>
                    </a:solidFill>
                  </a:rPr>
                  <a:t>+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set_available</a:t>
                </a:r>
                <a:r>
                  <a:rPr lang="de-DE" sz="1400" dirty="0">
                    <a:solidFill>
                      <a:schemeClr val="tx1"/>
                    </a:solidFill>
                  </a:rPr>
                  <a:t>(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value</a:t>
                </a:r>
                <a:r>
                  <a:rPr lang="de-DE" sz="1400" dirty="0">
                    <a:solidFill>
                      <a:schemeClr val="tx1"/>
                    </a:solidFill>
                  </a:rPr>
                  <a:t>) </a:t>
                </a:r>
              </a:p>
              <a:p>
                <a:r>
                  <a:rPr lang="de-DE" sz="1400" dirty="0">
                    <a:solidFill>
                      <a:schemeClr val="tx1"/>
                    </a:solidFill>
                  </a:rPr>
                  <a:t>+ </a:t>
                </a:r>
                <a:r>
                  <a:rPr lang="de-DE" sz="1400" dirty="0" err="1">
                    <a:solidFill>
                      <a:schemeClr val="tx1"/>
                    </a:solidFill>
                  </a:rPr>
                  <a:t>get_info</a:t>
                </a:r>
                <a:r>
                  <a:rPr lang="de-DE" sz="1400" dirty="0">
                    <a:solidFill>
                      <a:schemeClr val="tx1"/>
                    </a:solidFill>
                  </a:rPr>
                  <a:t>()</a:t>
                </a:r>
              </a:p>
              <a:p>
                <a:endParaRPr lang="de-DE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6A7B419F-3B94-BBC2-3A55-ADB569B300D1}"/>
                  </a:ext>
                </a:extLst>
              </p:cNvPr>
              <p:cNvSpPr/>
              <p:nvPr/>
            </p:nvSpPr>
            <p:spPr>
              <a:xfrm>
                <a:off x="6673892" y="3747609"/>
                <a:ext cx="2276795" cy="25877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8542794B-0402-9DF8-0814-5C05B8AE183B}"/>
                  </a:ext>
                </a:extLst>
              </p:cNvPr>
              <p:cNvSpPr/>
              <p:nvPr/>
            </p:nvSpPr>
            <p:spPr>
              <a:xfrm>
                <a:off x="6673892" y="3747610"/>
                <a:ext cx="2276795" cy="6929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</a:rPr>
                  <a:t>Book</a:t>
                </a:r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77986E98-44F2-2579-464E-270C0CFA75C6}"/>
                  </a:ext>
                </a:extLst>
              </p:cNvPr>
              <p:cNvSpPr/>
              <p:nvPr/>
            </p:nvSpPr>
            <p:spPr>
              <a:xfrm>
                <a:off x="6673889" y="4445172"/>
                <a:ext cx="2276795" cy="9236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</a:rPr>
                  <a:t>#</a:t>
                </a:r>
                <a:r>
                  <a:rPr lang="de-DE" sz="1800" dirty="0">
                    <a:solidFill>
                      <a:schemeClr val="tx1"/>
                    </a:solidFill>
                  </a:rPr>
                  <a:t> title: </a:t>
                </a:r>
                <a:r>
                  <a:rPr lang="de-DE" sz="1800" dirty="0" err="1">
                    <a:solidFill>
                      <a:schemeClr val="tx1"/>
                    </a:solidFill>
                  </a:rPr>
                  <a:t>str</a:t>
                </a:r>
                <a:endParaRPr lang="de-DE" sz="1800" dirty="0">
                  <a:solidFill>
                    <a:schemeClr val="tx1"/>
                  </a:solidFill>
                </a:endParaRPr>
              </a:p>
              <a:p>
                <a:r>
                  <a:rPr lang="de-DE" dirty="0">
                    <a:solidFill>
                      <a:schemeClr val="tx1"/>
                    </a:solidFill>
                  </a:rPr>
                  <a:t># </a:t>
                </a:r>
                <a:r>
                  <a:rPr lang="de-DE" dirty="0" err="1">
                    <a:solidFill>
                      <a:schemeClr val="tx1"/>
                    </a:solidFill>
                  </a:rPr>
                  <a:t>author</a:t>
                </a:r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:r>
                  <a:rPr lang="de-DE" dirty="0" err="1">
                    <a:solidFill>
                      <a:schemeClr val="tx1"/>
                    </a:solidFill>
                  </a:rPr>
                  <a:t>str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698B6F66-11E9-D925-7B50-9CAF5DF89888}"/>
                  </a:ext>
                </a:extLst>
              </p:cNvPr>
              <p:cNvSpPr/>
              <p:nvPr/>
            </p:nvSpPr>
            <p:spPr>
              <a:xfrm>
                <a:off x="6673886" y="5373379"/>
                <a:ext cx="2276795" cy="9619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 dirty="0">
                  <a:solidFill>
                    <a:schemeClr val="tx1"/>
                  </a:solidFill>
                </a:endParaRPr>
              </a:p>
              <a:p>
                <a:r>
                  <a:rPr lang="de-DE" dirty="0">
                    <a:solidFill>
                      <a:schemeClr val="tx1"/>
                    </a:solidFill>
                  </a:rPr>
                  <a:t>+ </a:t>
                </a:r>
                <a:r>
                  <a:rPr lang="de-DE" dirty="0" err="1">
                    <a:solidFill>
                      <a:schemeClr val="tx1"/>
                    </a:solidFill>
                  </a:rPr>
                  <a:t>get_info</a:t>
                </a:r>
                <a:r>
                  <a:rPr lang="de-DE" dirty="0">
                    <a:solidFill>
                      <a:schemeClr val="tx1"/>
                    </a:solidFill>
                  </a:rPr>
                  <a:t>()</a:t>
                </a:r>
              </a:p>
              <a:p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18B82B04-A990-4783-B378-DB93B333F505}"/>
                  </a:ext>
                </a:extLst>
              </p:cNvPr>
              <p:cNvSpPr/>
              <p:nvPr/>
            </p:nvSpPr>
            <p:spPr>
              <a:xfrm>
                <a:off x="9360837" y="3747609"/>
                <a:ext cx="2276795" cy="25877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E2A22A5A-7A58-49D5-B700-05302B20C5F9}"/>
                  </a:ext>
                </a:extLst>
              </p:cNvPr>
              <p:cNvSpPr/>
              <p:nvPr/>
            </p:nvSpPr>
            <p:spPr>
              <a:xfrm>
                <a:off x="9360837" y="3747610"/>
                <a:ext cx="2276795" cy="6929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</a:rPr>
                  <a:t>Magazine</a:t>
                </a:r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73B68C1F-7776-8581-3256-094D2C39D21F}"/>
                  </a:ext>
                </a:extLst>
              </p:cNvPr>
              <p:cNvSpPr/>
              <p:nvPr/>
            </p:nvSpPr>
            <p:spPr>
              <a:xfrm>
                <a:off x="9360834" y="4445172"/>
                <a:ext cx="2276795" cy="9236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</a:rPr>
                  <a:t># title: </a:t>
                </a:r>
                <a:r>
                  <a:rPr lang="de-DE" dirty="0" err="1">
                    <a:solidFill>
                      <a:schemeClr val="tx1"/>
                    </a:solidFill>
                  </a:rPr>
                  <a:t>str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de-DE" dirty="0">
                    <a:solidFill>
                      <a:schemeClr val="tx1"/>
                    </a:solidFill>
                  </a:rPr>
                  <a:t># </a:t>
                </a:r>
                <a:r>
                  <a:rPr lang="de-DE" dirty="0" err="1">
                    <a:solidFill>
                      <a:schemeClr val="tx1"/>
                    </a:solidFill>
                  </a:rPr>
                  <a:t>year</a:t>
                </a:r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:r>
                  <a:rPr lang="de-DE" dirty="0" err="1">
                    <a:solidFill>
                      <a:schemeClr val="tx1"/>
                    </a:solidFill>
                  </a:rPr>
                  <a:t>int</a:t>
                </a:r>
                <a:endParaRPr lang="de-DE" dirty="0">
                  <a:solidFill>
                    <a:schemeClr val="tx1"/>
                  </a:solidFill>
                </a:endParaRPr>
              </a:p>
              <a:p>
                <a:r>
                  <a:rPr lang="de-DE" dirty="0">
                    <a:solidFill>
                      <a:schemeClr val="tx1"/>
                    </a:solidFill>
                  </a:rPr>
                  <a:t># </a:t>
                </a:r>
                <a:r>
                  <a:rPr lang="de-DE" dirty="0" err="1">
                    <a:solidFill>
                      <a:schemeClr val="tx1"/>
                    </a:solidFill>
                  </a:rPr>
                  <a:t>issue</a:t>
                </a:r>
                <a:r>
                  <a:rPr lang="de-DE" dirty="0">
                    <a:solidFill>
                      <a:schemeClr val="tx1"/>
                    </a:solidFill>
                  </a:rPr>
                  <a:t>: </a:t>
                </a:r>
                <a:r>
                  <a:rPr lang="de-DE" dirty="0" err="1">
                    <a:solidFill>
                      <a:schemeClr val="tx1"/>
                    </a:solidFill>
                  </a:rPr>
                  <a:t>int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DE487229-3C68-675A-22C8-6D1CBBDA3404}"/>
                  </a:ext>
                </a:extLst>
              </p:cNvPr>
              <p:cNvSpPr/>
              <p:nvPr/>
            </p:nvSpPr>
            <p:spPr>
              <a:xfrm>
                <a:off x="9360831" y="5373379"/>
                <a:ext cx="2276795" cy="9619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 dirty="0">
                  <a:solidFill>
                    <a:schemeClr val="tx1"/>
                  </a:solidFill>
                </a:endParaRPr>
              </a:p>
              <a:p>
                <a:r>
                  <a:rPr lang="de-DE" dirty="0">
                    <a:solidFill>
                      <a:schemeClr val="tx1"/>
                    </a:solidFill>
                  </a:rPr>
                  <a:t>+ </a:t>
                </a:r>
                <a:r>
                  <a:rPr lang="de-DE" dirty="0" err="1">
                    <a:solidFill>
                      <a:schemeClr val="tx1"/>
                    </a:solidFill>
                  </a:rPr>
                  <a:t>get_info</a:t>
                </a:r>
                <a:r>
                  <a:rPr lang="de-DE" dirty="0">
                    <a:solidFill>
                      <a:schemeClr val="tx1"/>
                    </a:solidFill>
                  </a:rPr>
                  <a:t>()</a:t>
                </a:r>
              </a:p>
              <a:p>
                <a:endParaRPr lang="de-DE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09AA05E2-0A0F-D82C-9ECC-127A71E46366}"/>
                  </a:ext>
                </a:extLst>
              </p:cNvPr>
              <p:cNvCxnSpPr>
                <a:cxnSpLocks/>
                <a:stCxn id="7" idx="3"/>
                <a:endCxn id="19" idx="1"/>
              </p:cNvCxnSpPr>
              <p:nvPr/>
            </p:nvCxnSpPr>
            <p:spPr>
              <a:xfrm>
                <a:off x="6324308" y="1920066"/>
                <a:ext cx="162708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B79FDBFA-5407-1367-ECC4-F1444B1D7D13}"/>
                  </a:ext>
                </a:extLst>
              </p:cNvPr>
              <p:cNvSpPr txBox="1"/>
              <p:nvPr/>
            </p:nvSpPr>
            <p:spPr>
              <a:xfrm>
                <a:off x="6419211" y="1601734"/>
                <a:ext cx="2546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1</a:t>
                </a:r>
              </a:p>
            </p:txBody>
          </p:sp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EE31EC13-2420-1C4C-B042-6AD5377629CC}"/>
                  </a:ext>
                </a:extLst>
              </p:cNvPr>
              <p:cNvSpPr txBox="1"/>
              <p:nvPr/>
            </p:nvSpPr>
            <p:spPr>
              <a:xfrm>
                <a:off x="7413397" y="1585228"/>
                <a:ext cx="5436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0..*</a:t>
                </a:r>
              </a:p>
            </p:txBody>
          </p:sp>
          <p:cxnSp>
            <p:nvCxnSpPr>
              <p:cNvPr id="38" name="Verbinder: gewinkelt 37">
                <a:extLst>
                  <a:ext uri="{FF2B5EF4-FFF2-40B4-BE49-F238E27FC236}">
                    <a16:creationId xmlns:a16="http://schemas.microsoft.com/office/drawing/2014/main" id="{A22E44A7-D798-3D90-97BB-0B4A0E3759EF}"/>
                  </a:ext>
                </a:extLst>
              </p:cNvPr>
              <p:cNvCxnSpPr>
                <a:cxnSpLocks/>
                <a:stCxn id="22" idx="0"/>
                <a:endCxn id="20" idx="2"/>
              </p:cNvCxnSpPr>
              <p:nvPr/>
            </p:nvCxnSpPr>
            <p:spPr>
              <a:xfrm rot="5400000" flipH="1" flipV="1">
                <a:off x="8251448" y="2909274"/>
                <a:ext cx="399179" cy="1277495"/>
              </a:xfrm>
              <a:prstGeom prst="bentConnector3">
                <a:avLst/>
              </a:prstGeom>
              <a:ln w="190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Verbinder: gewinkelt 39">
                <a:extLst>
                  <a:ext uri="{FF2B5EF4-FFF2-40B4-BE49-F238E27FC236}">
                    <a16:creationId xmlns:a16="http://schemas.microsoft.com/office/drawing/2014/main" id="{99EA1293-66C1-15C6-9CF1-A7137087970E}"/>
                  </a:ext>
                </a:extLst>
              </p:cNvPr>
              <p:cNvCxnSpPr>
                <a:cxnSpLocks/>
                <a:stCxn id="26" idx="0"/>
                <a:endCxn id="20" idx="2"/>
              </p:cNvCxnSpPr>
              <p:nvPr/>
            </p:nvCxnSpPr>
            <p:spPr>
              <a:xfrm rot="16200000" flipV="1">
                <a:off x="9594921" y="2843296"/>
                <a:ext cx="399179" cy="1409450"/>
              </a:xfrm>
              <a:prstGeom prst="bentConnector3">
                <a:avLst>
                  <a:gd name="adj1" fmla="val 50000"/>
                </a:avLst>
              </a:prstGeom>
              <a:ln w="190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7D09E9AD-C7CA-FE33-1E56-BEA0EA8D2439}"/>
                </a:ext>
              </a:extLst>
            </p:cNvPr>
            <p:cNvSpPr/>
            <p:nvPr/>
          </p:nvSpPr>
          <p:spPr>
            <a:xfrm>
              <a:off x="6673892" y="6638626"/>
              <a:ext cx="2276795" cy="692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EBook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A414D23-1100-2468-2F1C-1D5F76285659}"/>
                </a:ext>
              </a:extLst>
            </p:cNvPr>
            <p:cNvSpPr/>
            <p:nvPr/>
          </p:nvSpPr>
          <p:spPr>
            <a:xfrm>
              <a:off x="6673889" y="7336188"/>
              <a:ext cx="2276795" cy="923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# </a:t>
              </a:r>
              <a:r>
                <a:rPr lang="de-DE" dirty="0" err="1">
                  <a:solidFill>
                    <a:schemeClr val="tx1"/>
                  </a:solidFill>
                </a:rPr>
                <a:t>filesize</a:t>
              </a:r>
              <a:r>
                <a:rPr lang="de-DE" dirty="0">
                  <a:solidFill>
                    <a:schemeClr val="tx1"/>
                  </a:solidFill>
                </a:rPr>
                <a:t>: </a:t>
              </a:r>
              <a:r>
                <a:rPr lang="de-DE" dirty="0" err="1">
                  <a:solidFill>
                    <a:schemeClr val="tx1"/>
                  </a:solidFill>
                </a:rPr>
                <a:t>float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5F57382-AF34-2966-804D-256783347843}"/>
                </a:ext>
              </a:extLst>
            </p:cNvPr>
            <p:cNvSpPr/>
            <p:nvPr/>
          </p:nvSpPr>
          <p:spPr>
            <a:xfrm>
              <a:off x="6673886" y="8264395"/>
              <a:ext cx="2276795" cy="96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de-DE" dirty="0">
                <a:solidFill>
                  <a:schemeClr val="tx1"/>
                </a:solidFill>
              </a:endParaRP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get_info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  <a:p>
              <a:endParaRPr lang="de-DE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Verbinder: gewinkelt 10">
              <a:extLst>
                <a:ext uri="{FF2B5EF4-FFF2-40B4-BE49-F238E27FC236}">
                  <a16:creationId xmlns:a16="http://schemas.microsoft.com/office/drawing/2014/main" id="{336BC881-D6E4-61DB-364D-A27FE367727D}"/>
                </a:ext>
              </a:extLst>
            </p:cNvPr>
            <p:cNvCxnSpPr>
              <a:cxnSpLocks/>
              <a:stCxn id="4" idx="0"/>
              <a:endCxn id="24" idx="2"/>
            </p:cNvCxnSpPr>
            <p:nvPr/>
          </p:nvCxnSpPr>
          <p:spPr>
            <a:xfrm rot="16200000" flipV="1">
              <a:off x="7660644" y="6486980"/>
              <a:ext cx="303286" cy="6"/>
            </a:xfrm>
            <a:prstGeom prst="bentConnector3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776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3EB8B6DE-EA2B-53AB-B9BA-0A1A0040B613}"/>
              </a:ext>
            </a:extLst>
          </p:cNvPr>
          <p:cNvGrpSpPr/>
          <p:nvPr/>
        </p:nvGrpSpPr>
        <p:grpSpPr>
          <a:xfrm>
            <a:off x="402974" y="271685"/>
            <a:ext cx="10985074" cy="6314629"/>
            <a:chOff x="521637" y="254"/>
            <a:chExt cx="10985074" cy="6314629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B9984CAE-6078-A1A2-FD8E-1756123892E4}"/>
                </a:ext>
              </a:extLst>
            </p:cNvPr>
            <p:cNvSpPr/>
            <p:nvPr/>
          </p:nvSpPr>
          <p:spPr>
            <a:xfrm>
              <a:off x="521637" y="254"/>
              <a:ext cx="10985074" cy="63146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41EB674E-CFE0-953A-0DB2-13B0EA6D6659}"/>
                </a:ext>
              </a:extLst>
            </p:cNvPr>
            <p:cNvSpPr/>
            <p:nvPr/>
          </p:nvSpPr>
          <p:spPr>
            <a:xfrm>
              <a:off x="4773495" y="172344"/>
              <a:ext cx="2276795" cy="25877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A87C263D-E58F-4DF9-54C1-FD64E110DD3F}"/>
                </a:ext>
              </a:extLst>
            </p:cNvPr>
            <p:cNvSpPr/>
            <p:nvPr/>
          </p:nvSpPr>
          <p:spPr>
            <a:xfrm>
              <a:off x="4773495" y="172345"/>
              <a:ext cx="2276795" cy="692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&lt;&lt;</a:t>
              </a:r>
              <a:r>
                <a:rPr lang="de-DE" dirty="0" err="1">
                  <a:solidFill>
                    <a:schemeClr val="tx1"/>
                  </a:solidFill>
                </a:rPr>
                <a:t>abstract</a:t>
              </a:r>
              <a:r>
                <a:rPr lang="de-DE" dirty="0">
                  <a:solidFill>
                    <a:schemeClr val="tx1"/>
                  </a:solidFill>
                </a:rPr>
                <a:t>&gt;&gt;</a:t>
              </a:r>
            </a:p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Shape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4869A42-0690-4523-567D-3CF5F242F461}"/>
                </a:ext>
              </a:extLst>
            </p:cNvPr>
            <p:cNvSpPr/>
            <p:nvPr/>
          </p:nvSpPr>
          <p:spPr>
            <a:xfrm>
              <a:off x="4773492" y="869907"/>
              <a:ext cx="2276795" cy="923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28F72F1C-6C98-F250-85EE-B8B443415C95}"/>
                </a:ext>
              </a:extLst>
            </p:cNvPr>
            <p:cNvSpPr/>
            <p:nvPr/>
          </p:nvSpPr>
          <p:spPr>
            <a:xfrm>
              <a:off x="4773489" y="1798114"/>
              <a:ext cx="2276795" cy="96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area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perimeter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394C1B8-2939-26BB-A49A-79DC9185FE55}"/>
                </a:ext>
              </a:extLst>
            </p:cNvPr>
            <p:cNvSpPr/>
            <p:nvPr/>
          </p:nvSpPr>
          <p:spPr>
            <a:xfrm>
              <a:off x="1005430" y="3457639"/>
              <a:ext cx="2276795" cy="25877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3EC9921B-F2B0-7C8A-6745-1B0CA3AD40DE}"/>
                </a:ext>
              </a:extLst>
            </p:cNvPr>
            <p:cNvSpPr/>
            <p:nvPr/>
          </p:nvSpPr>
          <p:spPr>
            <a:xfrm>
              <a:off x="1005430" y="3457640"/>
              <a:ext cx="2276795" cy="692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 err="1">
                  <a:solidFill>
                    <a:schemeClr val="tx1"/>
                  </a:solidFill>
                </a:rPr>
                <a:t>Rectangle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F6CCAF8-2ECC-6C50-F488-A0584C2392A6}"/>
                </a:ext>
              </a:extLst>
            </p:cNvPr>
            <p:cNvSpPr/>
            <p:nvPr/>
          </p:nvSpPr>
          <p:spPr>
            <a:xfrm>
              <a:off x="1005427" y="4155202"/>
              <a:ext cx="2276795" cy="923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# </a:t>
              </a:r>
              <a:r>
                <a:rPr lang="de-DE" dirty="0" err="1">
                  <a:solidFill>
                    <a:schemeClr val="tx1"/>
                  </a:solidFill>
                </a:rPr>
                <a:t>width</a:t>
              </a:r>
              <a:endParaRPr lang="de-DE" dirty="0">
                <a:solidFill>
                  <a:schemeClr val="tx1"/>
                </a:solidFill>
              </a:endParaRPr>
            </a:p>
            <a:p>
              <a:r>
                <a:rPr lang="de-DE" dirty="0">
                  <a:solidFill>
                    <a:schemeClr val="tx1"/>
                  </a:solidFill>
                </a:rPr>
                <a:t># </a:t>
              </a:r>
              <a:r>
                <a:rPr lang="de-DE" dirty="0" err="1">
                  <a:solidFill>
                    <a:schemeClr val="tx1"/>
                  </a:solidFill>
                </a:rPr>
                <a:t>height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577CF4D-EF60-950D-98A5-F3CD65FDAAC0}"/>
                </a:ext>
              </a:extLst>
            </p:cNvPr>
            <p:cNvSpPr/>
            <p:nvPr/>
          </p:nvSpPr>
          <p:spPr>
            <a:xfrm>
              <a:off x="1005424" y="5083409"/>
              <a:ext cx="2276795" cy="96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area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perimeter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</p:txBody>
        </p: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D25FF3B4-E41E-51C8-D7EF-89DA5D28D69E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143829" y="2760075"/>
              <a:ext cx="3768058" cy="6929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C754BFFE-E120-113E-40AE-D7E00B3F6777}"/>
                </a:ext>
              </a:extLst>
            </p:cNvPr>
            <p:cNvSpPr/>
            <p:nvPr/>
          </p:nvSpPr>
          <p:spPr>
            <a:xfrm>
              <a:off x="4773489" y="3479631"/>
              <a:ext cx="2276795" cy="692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chemeClr val="tx1"/>
                  </a:solidFill>
                </a:rPr>
                <a:t>Circle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0B1F6D94-CA12-C777-9DC1-1E5EE59B0444}"/>
                </a:ext>
              </a:extLst>
            </p:cNvPr>
            <p:cNvSpPr/>
            <p:nvPr/>
          </p:nvSpPr>
          <p:spPr>
            <a:xfrm>
              <a:off x="4773492" y="4177193"/>
              <a:ext cx="2276795" cy="923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# </a:t>
              </a:r>
              <a:r>
                <a:rPr lang="de-DE" dirty="0" err="1">
                  <a:solidFill>
                    <a:schemeClr val="tx1"/>
                  </a:solidFill>
                </a:rPr>
                <a:t>radius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727FA21-10BE-5FD3-CFF5-948F2E0CF3C8}"/>
                </a:ext>
              </a:extLst>
            </p:cNvPr>
            <p:cNvSpPr/>
            <p:nvPr/>
          </p:nvSpPr>
          <p:spPr>
            <a:xfrm>
              <a:off x="4773489" y="5105400"/>
              <a:ext cx="2276795" cy="96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area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perimeter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5057B6F2-BD58-0050-FFE4-D69391838B74}"/>
                </a:ext>
              </a:extLst>
            </p:cNvPr>
            <p:cNvCxnSpPr>
              <a:cxnSpLocks/>
              <a:stCxn id="14" idx="0"/>
              <a:endCxn id="8" idx="2"/>
            </p:cNvCxnSpPr>
            <p:nvPr/>
          </p:nvCxnSpPr>
          <p:spPr>
            <a:xfrm flipV="1">
              <a:off x="5911887" y="2760075"/>
              <a:ext cx="0" cy="71955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9BFECBF9-4E44-F3CC-96F4-8E220E4F6D81}"/>
                </a:ext>
              </a:extLst>
            </p:cNvPr>
            <p:cNvSpPr/>
            <p:nvPr/>
          </p:nvSpPr>
          <p:spPr>
            <a:xfrm>
              <a:off x="8626447" y="3479631"/>
              <a:ext cx="2276795" cy="692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 err="1">
                  <a:solidFill>
                    <a:schemeClr val="tx1"/>
                  </a:solidFill>
                </a:rPr>
                <a:t>Triangle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1076AE58-DC6A-F68D-34AA-875C36D2E9D4}"/>
                </a:ext>
              </a:extLst>
            </p:cNvPr>
            <p:cNvSpPr/>
            <p:nvPr/>
          </p:nvSpPr>
          <p:spPr>
            <a:xfrm>
              <a:off x="8626450" y="4177193"/>
              <a:ext cx="2276795" cy="9236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# a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# b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# c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772FB96A-32DE-5791-6567-ED4B50FFE40D}"/>
                </a:ext>
              </a:extLst>
            </p:cNvPr>
            <p:cNvSpPr/>
            <p:nvPr/>
          </p:nvSpPr>
          <p:spPr>
            <a:xfrm>
              <a:off x="8626447" y="5105400"/>
              <a:ext cx="2276795" cy="961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area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  <a:p>
              <a:r>
                <a:rPr lang="de-DE" dirty="0">
                  <a:solidFill>
                    <a:schemeClr val="tx1"/>
                  </a:solidFill>
                </a:rPr>
                <a:t>+ </a:t>
              </a:r>
              <a:r>
                <a:rPr lang="de-DE" dirty="0" err="1">
                  <a:solidFill>
                    <a:schemeClr val="tx1"/>
                  </a:solidFill>
                </a:rPr>
                <a:t>perimeter</a:t>
              </a:r>
              <a:r>
                <a:rPr lang="de-DE" dirty="0">
                  <a:solidFill>
                    <a:schemeClr val="tx1"/>
                  </a:solidFill>
                </a:rPr>
                <a:t>()</a:t>
              </a:r>
            </a:p>
          </p:txBody>
        </p: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1FDB0599-5A18-FC1E-2603-0A52FB646D3F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5911880" y="2764677"/>
              <a:ext cx="3852965" cy="71495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8919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C552A4-DD76-7FCB-6DA9-2716458F4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566E58-7AAF-31E1-D633-A51703A7E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6121486-C5D3-F8CF-1A1A-1F3CE4DE64EA}"/>
              </a:ext>
            </a:extLst>
          </p:cNvPr>
          <p:cNvSpPr/>
          <p:nvPr/>
        </p:nvSpPr>
        <p:spPr>
          <a:xfrm>
            <a:off x="2771839" y="2736040"/>
            <a:ext cx="2276795" cy="6929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BankAccount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F7E13F8-072C-36CE-0978-1642FEC14D1D}"/>
              </a:ext>
            </a:extLst>
          </p:cNvPr>
          <p:cNvSpPr/>
          <p:nvPr/>
        </p:nvSpPr>
        <p:spPr>
          <a:xfrm>
            <a:off x="2771842" y="3433602"/>
            <a:ext cx="2276795" cy="9236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>
                <a:solidFill>
                  <a:schemeClr val="tx1"/>
                </a:solidFill>
              </a:rPr>
              <a:t>+ </a:t>
            </a:r>
            <a:r>
              <a:rPr lang="de-DE" sz="1600" dirty="0" err="1">
                <a:solidFill>
                  <a:schemeClr val="tx1"/>
                </a:solidFill>
              </a:rPr>
              <a:t>owner</a:t>
            </a:r>
            <a:r>
              <a:rPr lang="de-DE" sz="1600" dirty="0">
                <a:solidFill>
                  <a:schemeClr val="tx1"/>
                </a:solidFill>
              </a:rPr>
              <a:t>: </a:t>
            </a:r>
            <a:r>
              <a:rPr lang="de-DE" sz="1600" dirty="0" err="1">
                <a:solidFill>
                  <a:schemeClr val="tx1"/>
                </a:solidFill>
              </a:rPr>
              <a:t>str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dirty="0">
                <a:solidFill>
                  <a:schemeClr val="tx1"/>
                </a:solidFill>
              </a:rPr>
              <a:t>+ </a:t>
            </a:r>
            <a:r>
              <a:rPr lang="de-DE" sz="1600" dirty="0" err="1">
                <a:solidFill>
                  <a:schemeClr val="tx1"/>
                </a:solidFill>
              </a:rPr>
              <a:t>number</a:t>
            </a:r>
            <a:r>
              <a:rPr lang="de-DE" sz="1600" dirty="0">
                <a:solidFill>
                  <a:schemeClr val="tx1"/>
                </a:solidFill>
              </a:rPr>
              <a:t>: </a:t>
            </a:r>
            <a:r>
              <a:rPr lang="de-DE" sz="1600" dirty="0" err="1">
                <a:solidFill>
                  <a:schemeClr val="tx1"/>
                </a:solidFill>
              </a:rPr>
              <a:t>int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dirty="0">
                <a:solidFill>
                  <a:schemeClr val="tx1"/>
                </a:solidFill>
              </a:rPr>
              <a:t>+ </a:t>
            </a:r>
            <a:r>
              <a:rPr lang="de-DE" sz="1600" dirty="0" err="1">
                <a:solidFill>
                  <a:schemeClr val="tx1"/>
                </a:solidFill>
              </a:rPr>
              <a:t>balance</a:t>
            </a:r>
            <a:r>
              <a:rPr lang="de-DE" sz="1600" dirty="0">
                <a:solidFill>
                  <a:schemeClr val="tx1"/>
                </a:solidFill>
              </a:rPr>
              <a:t>: </a:t>
            </a:r>
            <a:r>
              <a:rPr lang="de-DE" sz="1600" dirty="0" err="1">
                <a:solidFill>
                  <a:schemeClr val="tx1"/>
                </a:solidFill>
              </a:rPr>
              <a:t>float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7588137-095A-962C-046A-256D904EE31A}"/>
              </a:ext>
            </a:extLst>
          </p:cNvPr>
          <p:cNvSpPr/>
          <p:nvPr/>
        </p:nvSpPr>
        <p:spPr>
          <a:xfrm>
            <a:off x="2771839" y="4361809"/>
            <a:ext cx="2276795" cy="9619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>
                <a:solidFill>
                  <a:schemeClr val="tx1"/>
                </a:solidFill>
              </a:rPr>
              <a:t>+ </a:t>
            </a:r>
            <a:r>
              <a:rPr lang="de-DE" sz="1600" dirty="0" err="1">
                <a:solidFill>
                  <a:schemeClr val="tx1"/>
                </a:solidFill>
              </a:rPr>
              <a:t>get_balance</a:t>
            </a:r>
            <a:r>
              <a:rPr lang="de-DE" sz="1600" dirty="0">
                <a:solidFill>
                  <a:schemeClr val="tx1"/>
                </a:solidFill>
              </a:rPr>
              <a:t>()</a:t>
            </a:r>
          </a:p>
          <a:p>
            <a:r>
              <a:rPr lang="de-DE" sz="1600" dirty="0">
                <a:solidFill>
                  <a:schemeClr val="tx1"/>
                </a:solidFill>
              </a:rPr>
              <a:t>+ </a:t>
            </a:r>
            <a:r>
              <a:rPr lang="de-DE" sz="1600" dirty="0" err="1">
                <a:solidFill>
                  <a:schemeClr val="tx1"/>
                </a:solidFill>
              </a:rPr>
              <a:t>deposit</a:t>
            </a:r>
            <a:r>
              <a:rPr lang="de-DE" sz="1600" dirty="0">
                <a:solidFill>
                  <a:schemeClr val="tx1"/>
                </a:solidFill>
              </a:rPr>
              <a:t>(</a:t>
            </a:r>
            <a:r>
              <a:rPr lang="de-DE" sz="1600" dirty="0" err="1">
                <a:solidFill>
                  <a:schemeClr val="tx1"/>
                </a:solidFill>
              </a:rPr>
              <a:t>amount</a:t>
            </a:r>
            <a:r>
              <a:rPr lang="de-DE" sz="1600" dirty="0">
                <a:solidFill>
                  <a:schemeClr val="tx1"/>
                </a:solidFill>
              </a:rPr>
              <a:t>)</a:t>
            </a:r>
          </a:p>
          <a:p>
            <a:r>
              <a:rPr lang="de-DE" sz="1600" dirty="0">
                <a:solidFill>
                  <a:schemeClr val="tx1"/>
                </a:solidFill>
              </a:rPr>
              <a:t>+ </a:t>
            </a:r>
            <a:r>
              <a:rPr lang="de-DE" sz="1600" dirty="0" err="1">
                <a:solidFill>
                  <a:schemeClr val="tx1"/>
                </a:solidFill>
              </a:rPr>
              <a:t>withdraw</a:t>
            </a:r>
            <a:r>
              <a:rPr lang="de-DE" sz="1600" dirty="0">
                <a:solidFill>
                  <a:schemeClr val="tx1"/>
                </a:solidFill>
              </a:rPr>
              <a:t>(</a:t>
            </a:r>
            <a:r>
              <a:rPr lang="de-DE" sz="1600" dirty="0" err="1">
                <a:solidFill>
                  <a:schemeClr val="tx1"/>
                </a:solidFill>
              </a:rPr>
              <a:t>amount</a:t>
            </a:r>
            <a:r>
              <a:rPr lang="de-DE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48B6114-CEE1-F240-269F-61A8ABA0146E}"/>
              </a:ext>
            </a:extLst>
          </p:cNvPr>
          <p:cNvSpPr/>
          <p:nvPr/>
        </p:nvSpPr>
        <p:spPr>
          <a:xfrm>
            <a:off x="7753990" y="2736040"/>
            <a:ext cx="2276795" cy="6929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BankAccount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0449AA8-5E00-3FB1-6A58-2744497E3DC2}"/>
              </a:ext>
            </a:extLst>
          </p:cNvPr>
          <p:cNvSpPr/>
          <p:nvPr/>
        </p:nvSpPr>
        <p:spPr>
          <a:xfrm>
            <a:off x="7753993" y="3433602"/>
            <a:ext cx="2276795" cy="9236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>
                <a:solidFill>
                  <a:schemeClr val="tx1"/>
                </a:solidFill>
              </a:rPr>
              <a:t>- </a:t>
            </a:r>
            <a:r>
              <a:rPr lang="de-DE" sz="1600" dirty="0" err="1">
                <a:solidFill>
                  <a:schemeClr val="tx1"/>
                </a:solidFill>
              </a:rPr>
              <a:t>owner</a:t>
            </a:r>
            <a:r>
              <a:rPr lang="de-DE" sz="1600" dirty="0">
                <a:solidFill>
                  <a:schemeClr val="tx1"/>
                </a:solidFill>
              </a:rPr>
              <a:t>: </a:t>
            </a:r>
            <a:r>
              <a:rPr lang="de-DE" sz="1600" dirty="0" err="1">
                <a:solidFill>
                  <a:schemeClr val="tx1"/>
                </a:solidFill>
              </a:rPr>
              <a:t>str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dirty="0">
                <a:solidFill>
                  <a:schemeClr val="tx1"/>
                </a:solidFill>
              </a:rPr>
              <a:t>- </a:t>
            </a:r>
            <a:r>
              <a:rPr lang="de-DE" sz="1600" dirty="0" err="1">
                <a:solidFill>
                  <a:schemeClr val="tx1"/>
                </a:solidFill>
              </a:rPr>
              <a:t>number</a:t>
            </a:r>
            <a:r>
              <a:rPr lang="de-DE" sz="1600" dirty="0">
                <a:solidFill>
                  <a:schemeClr val="tx1"/>
                </a:solidFill>
              </a:rPr>
              <a:t>: </a:t>
            </a:r>
            <a:r>
              <a:rPr lang="de-DE" sz="1600" dirty="0" err="1">
                <a:solidFill>
                  <a:schemeClr val="tx1"/>
                </a:solidFill>
              </a:rPr>
              <a:t>int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dirty="0">
                <a:solidFill>
                  <a:schemeClr val="tx1"/>
                </a:solidFill>
              </a:rPr>
              <a:t>- </a:t>
            </a:r>
            <a:r>
              <a:rPr lang="de-DE" sz="1600" dirty="0" err="1">
                <a:solidFill>
                  <a:schemeClr val="tx1"/>
                </a:solidFill>
              </a:rPr>
              <a:t>balance</a:t>
            </a:r>
            <a:r>
              <a:rPr lang="de-DE" sz="1600" dirty="0">
                <a:solidFill>
                  <a:schemeClr val="tx1"/>
                </a:solidFill>
              </a:rPr>
              <a:t>: </a:t>
            </a:r>
            <a:r>
              <a:rPr lang="de-DE" sz="1600" dirty="0" err="1">
                <a:solidFill>
                  <a:schemeClr val="tx1"/>
                </a:solidFill>
              </a:rPr>
              <a:t>float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E40E40E-FBD7-3728-AB22-054D3CA34830}"/>
              </a:ext>
            </a:extLst>
          </p:cNvPr>
          <p:cNvSpPr/>
          <p:nvPr/>
        </p:nvSpPr>
        <p:spPr>
          <a:xfrm>
            <a:off x="7753990" y="4361809"/>
            <a:ext cx="2276795" cy="9619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>
                <a:solidFill>
                  <a:schemeClr val="tx1"/>
                </a:solidFill>
              </a:rPr>
              <a:t>+ </a:t>
            </a:r>
            <a:r>
              <a:rPr lang="de-DE" sz="1600" dirty="0" err="1">
                <a:solidFill>
                  <a:schemeClr val="tx1"/>
                </a:solidFill>
              </a:rPr>
              <a:t>get_balance</a:t>
            </a:r>
            <a:r>
              <a:rPr lang="de-DE" sz="1600" dirty="0">
                <a:solidFill>
                  <a:schemeClr val="tx1"/>
                </a:solidFill>
              </a:rPr>
              <a:t>()</a:t>
            </a:r>
          </a:p>
          <a:p>
            <a:r>
              <a:rPr lang="de-DE" sz="1600" dirty="0">
                <a:solidFill>
                  <a:schemeClr val="tx1"/>
                </a:solidFill>
              </a:rPr>
              <a:t>+ </a:t>
            </a:r>
            <a:r>
              <a:rPr lang="de-DE" sz="1600" dirty="0" err="1">
                <a:solidFill>
                  <a:schemeClr val="tx1"/>
                </a:solidFill>
              </a:rPr>
              <a:t>deposit</a:t>
            </a:r>
            <a:r>
              <a:rPr lang="de-DE" sz="1600" dirty="0">
                <a:solidFill>
                  <a:schemeClr val="tx1"/>
                </a:solidFill>
              </a:rPr>
              <a:t>(</a:t>
            </a:r>
            <a:r>
              <a:rPr lang="de-DE" sz="1600" dirty="0" err="1">
                <a:solidFill>
                  <a:schemeClr val="tx1"/>
                </a:solidFill>
              </a:rPr>
              <a:t>amount</a:t>
            </a:r>
            <a:r>
              <a:rPr lang="de-DE" sz="1600" dirty="0">
                <a:solidFill>
                  <a:schemeClr val="tx1"/>
                </a:solidFill>
              </a:rPr>
              <a:t>)</a:t>
            </a:r>
          </a:p>
          <a:p>
            <a:r>
              <a:rPr lang="de-DE" sz="1600" dirty="0">
                <a:solidFill>
                  <a:schemeClr val="tx1"/>
                </a:solidFill>
              </a:rPr>
              <a:t>+ </a:t>
            </a:r>
            <a:r>
              <a:rPr lang="de-DE" sz="1600" dirty="0" err="1">
                <a:solidFill>
                  <a:schemeClr val="tx1"/>
                </a:solidFill>
              </a:rPr>
              <a:t>withdraw</a:t>
            </a:r>
            <a:r>
              <a:rPr lang="de-DE" sz="1600" dirty="0">
                <a:solidFill>
                  <a:schemeClr val="tx1"/>
                </a:solidFill>
              </a:rPr>
              <a:t>(</a:t>
            </a:r>
            <a:r>
              <a:rPr lang="de-DE" sz="1600" dirty="0" err="1">
                <a:solidFill>
                  <a:schemeClr val="tx1"/>
                </a:solidFill>
              </a:rPr>
              <a:t>amount</a:t>
            </a:r>
            <a:r>
              <a:rPr lang="de-DE" sz="16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1043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Breitbild</PresentationFormat>
  <Paragraphs>133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Prof. Dr. Maik Weber</dc:creator>
  <cp:lastModifiedBy>Prof. Dr. Maik Weber</cp:lastModifiedBy>
  <cp:revision>13</cp:revision>
  <dcterms:created xsi:type="dcterms:W3CDTF">2025-04-28T11:41:44Z</dcterms:created>
  <dcterms:modified xsi:type="dcterms:W3CDTF">2026-01-19T16:53:48Z</dcterms:modified>
</cp:coreProperties>
</file>